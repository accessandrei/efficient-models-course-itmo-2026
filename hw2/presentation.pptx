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5bece45be4912" /><Relationship Type="http://schemas.openxmlformats.org/officeDocument/2006/relationships/extended-properties" Target="/docProps/app.xml" Id="R5dc2bc68325349c8" /><Relationship Type="http://schemas.openxmlformats.org/officeDocument/2006/relationships/officeDocument" Target="/ppt/presentation.xml" Id="R36cfdbddb8b144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00c65e39a4346"/>
  </p:sldMasterIdLst>
  <p:notesMasterIdLst>
    <p:notesMasterId xmlns:r="http://schemas.openxmlformats.org/officeDocument/2006/relationships" r:id="R28b8e41c09624905"/>
  </p:notesMasterIdLst>
  <p:sldIdLst>
    <p:sldId xmlns:r="http://schemas.openxmlformats.org/officeDocument/2006/relationships" id="256" r:id="R29f6bb53660a4bf7"/>
    <p:sldId xmlns:r="http://schemas.openxmlformats.org/officeDocument/2006/relationships" id="257" r:id="R2b668deae00d43e9"/>
    <p:sldId xmlns:r="http://schemas.openxmlformats.org/officeDocument/2006/relationships" id="258" r:id="R4a559b588d944bf5"/>
    <p:sldId xmlns:r="http://schemas.openxmlformats.org/officeDocument/2006/relationships" id="259" r:id="Rd19aa6d9052f48b5"/>
    <p:sldId xmlns:r="http://schemas.openxmlformats.org/officeDocument/2006/relationships" id="260" r:id="R54ef134dd2f243ed"/>
    <p:sldId xmlns:r="http://schemas.openxmlformats.org/officeDocument/2006/relationships" id="261" r:id="Rc0e312cae8a84624"/>
    <p:sldId xmlns:r="http://schemas.openxmlformats.org/officeDocument/2006/relationships" id="262" r:id="R98d4c0198a5e46a9"/>
    <p:sldId xmlns:r="http://schemas.openxmlformats.org/officeDocument/2006/relationships" id="263" r:id="Rb462501ace1a4521"/>
    <p:sldId xmlns:r="http://schemas.openxmlformats.org/officeDocument/2006/relationships" id="264" r:id="R485ac388f5034dbe"/>
    <p:sldId xmlns:r="http://schemas.openxmlformats.org/officeDocument/2006/relationships" id="265" r:id="R8eb689dee4d04353"/>
    <p:sldId xmlns:r="http://schemas.openxmlformats.org/officeDocument/2006/relationships" id="266" r:id="Rc3cf390bb0ce4b44"/>
    <p:sldId xmlns:r="http://schemas.openxmlformats.org/officeDocument/2006/relationships" id="267" r:id="Rf017846c38484286"/>
    <p:sldId xmlns:r="http://schemas.openxmlformats.org/officeDocument/2006/relationships" id="268" r:id="R723c5fb607b6425e"/>
    <p:sldId xmlns:r="http://schemas.openxmlformats.org/officeDocument/2006/relationships" id="269" r:id="Rbf170183366e4e62"/>
    <p:sldId xmlns:r="http://schemas.openxmlformats.org/officeDocument/2006/relationships" id="270" r:id="R520cb42da5f54781"/>
    <p:sldId xmlns:r="http://schemas.openxmlformats.org/officeDocument/2006/relationships" id="271" r:id="Rf89daba1ce5f468a"/>
    <p:sldId xmlns:r="http://schemas.openxmlformats.org/officeDocument/2006/relationships" id="272" r:id="R53abb6c1121a44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20aee4039c4401" /><Relationship Type="http://schemas.openxmlformats.org/officeDocument/2006/relationships/slideMaster" Target="/ppt/slideMasters/slideMaster1.xml" Id="R56a00c65e39a4346" /><Relationship Type="http://schemas.openxmlformats.org/officeDocument/2006/relationships/notesMaster" Target="/ppt/notesMasters/notesMaster1.xml" Id="R28b8e41c09624905" /><Relationship Type="http://schemas.openxmlformats.org/officeDocument/2006/relationships/presProps" Target="/ppt/presProps.xml" Id="R06297e81e7b2427f" /><Relationship Type="http://schemas.openxmlformats.org/officeDocument/2006/relationships/tableStyles" Target="/ppt/tableStyles.xml" Id="R15ba5fd3505d4bbf" /><Relationship Type="http://schemas.openxmlformats.org/officeDocument/2006/relationships/slide" Target="/ppt/slides/slide1.xml" Id="R29f6bb53660a4bf7" /><Relationship Type="http://schemas.openxmlformats.org/officeDocument/2006/relationships/slide" Target="/ppt/slides/slide2.xml" Id="R2b668deae00d43e9" /><Relationship Type="http://schemas.openxmlformats.org/officeDocument/2006/relationships/slide" Target="/ppt/slides/slide3.xml" Id="R4a559b588d944bf5" /><Relationship Type="http://schemas.openxmlformats.org/officeDocument/2006/relationships/slide" Target="/ppt/slides/slide4.xml" Id="Rd19aa6d9052f48b5" /><Relationship Type="http://schemas.openxmlformats.org/officeDocument/2006/relationships/slide" Target="/ppt/slides/slide5.xml" Id="R54ef134dd2f243ed" /><Relationship Type="http://schemas.openxmlformats.org/officeDocument/2006/relationships/slide" Target="/ppt/slides/slide6.xml" Id="Rc0e312cae8a84624" /><Relationship Type="http://schemas.openxmlformats.org/officeDocument/2006/relationships/slide" Target="/ppt/slides/slide7.xml" Id="R98d4c0198a5e46a9" /><Relationship Type="http://schemas.openxmlformats.org/officeDocument/2006/relationships/slide" Target="/ppt/slides/slide8.xml" Id="Rb462501ace1a4521" /><Relationship Type="http://schemas.openxmlformats.org/officeDocument/2006/relationships/slide" Target="/ppt/slides/slide9.xml" Id="R485ac388f5034dbe" /><Relationship Type="http://schemas.openxmlformats.org/officeDocument/2006/relationships/slide" Target="/ppt/slides/slide10.xml" Id="R8eb689dee4d04353" /><Relationship Type="http://schemas.openxmlformats.org/officeDocument/2006/relationships/slide" Target="/ppt/slides/slide11.xml" Id="Rc3cf390bb0ce4b44" /><Relationship Type="http://schemas.openxmlformats.org/officeDocument/2006/relationships/slide" Target="/ppt/slides/slide12.xml" Id="Rf017846c38484286" /><Relationship Type="http://schemas.openxmlformats.org/officeDocument/2006/relationships/slide" Target="/ppt/slides/slide13.xml" Id="R723c5fb607b6425e" /><Relationship Type="http://schemas.openxmlformats.org/officeDocument/2006/relationships/slide" Target="/ppt/slides/slide14.xml" Id="Rbf170183366e4e62" /><Relationship Type="http://schemas.openxmlformats.org/officeDocument/2006/relationships/slide" Target="/ppt/slides/slide15.xml" Id="R520cb42da5f54781" /><Relationship Type="http://schemas.openxmlformats.org/officeDocument/2006/relationships/slide" Target="/ppt/slides/slide16.xml" Id="Rf89daba1ce5f468a" /><Relationship Type="http://schemas.openxmlformats.org/officeDocument/2006/relationships/slide" Target="/ppt/slides/slide17.xml" Id="R53abb6c1121a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ae0b3bdeec41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per-Convergence">
  <a:themeElements>
    <a:clrScheme name="Super-Convergen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Super-Converg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d2462585594dff" /><Relationship Type="http://schemas.openxmlformats.org/officeDocument/2006/relationships/notesMaster" Target="/ppt/notesMasters/notesMaster1.xml" Id="Ree6f7bb615e945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611b3301284f89" /><Relationship Type="http://schemas.openxmlformats.org/officeDocument/2006/relationships/notesMaster" Target="/ppt/notesMasters/notesMaster1.xml" Id="R8bdaf90c094046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790753284d4855" /><Relationship Type="http://schemas.openxmlformats.org/officeDocument/2006/relationships/notesMaster" Target="/ppt/notesMasters/notesMaster1.xml" Id="R69c7cb5b1a8c49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40e37cbbae48be" /><Relationship Type="http://schemas.openxmlformats.org/officeDocument/2006/relationships/notesMaster" Target="/ppt/notesMasters/notesMaster1.xml" Id="Ra14c88fdde3045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dc9eb9bd5e49db" /><Relationship Type="http://schemas.openxmlformats.org/officeDocument/2006/relationships/notesMaster" Target="/ppt/notesMasters/notesMaster1.xml" Id="Rc732b8641fcf4f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51b90c5eb04366" /><Relationship Type="http://schemas.openxmlformats.org/officeDocument/2006/relationships/notesMaster" Target="/ppt/notesMasters/notesMaster1.xml" Id="Reac23da486ac47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aa214c81fe4d75" /><Relationship Type="http://schemas.openxmlformats.org/officeDocument/2006/relationships/notesMaster" Target="/ppt/notesMasters/notesMaster1.xml" Id="R90949e4a1ca444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4eb110c934714" /><Relationship Type="http://schemas.openxmlformats.org/officeDocument/2006/relationships/notesMaster" Target="/ppt/notesMasters/notesMaster1.xml" Id="Re7711517fb264f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56468279194fe9" /><Relationship Type="http://schemas.openxmlformats.org/officeDocument/2006/relationships/notesMaster" Target="/ppt/notesMasters/notesMaster1.xml" Id="R3158056bb87245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c9628480844504" /><Relationship Type="http://schemas.openxmlformats.org/officeDocument/2006/relationships/notesMaster" Target="/ppt/notesMasters/notesMaster1.xml" Id="R5cf3e48c4da242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238e0f998541c6" /><Relationship Type="http://schemas.openxmlformats.org/officeDocument/2006/relationships/notesMaster" Target="/ppt/notesMasters/notesMaster1.xml" Id="R56fddbb4036340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41d38b52964b4a" /><Relationship Type="http://schemas.openxmlformats.org/officeDocument/2006/relationships/notesMaster" Target="/ppt/notesMasters/notesMaster1.xml" Id="R012e293df5de49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29ef942b1a499e" /><Relationship Type="http://schemas.openxmlformats.org/officeDocument/2006/relationships/notesMaster" Target="/ppt/notesMasters/notesMaster1.xml" Id="R6547722ed2fb4e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16e2c822614f36" /><Relationship Type="http://schemas.openxmlformats.org/officeDocument/2006/relationships/notesMaster" Target="/ppt/notesMasters/notesMaster1.xml" Id="R2676100cf0e043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80284b4bd645a0" /><Relationship Type="http://schemas.openxmlformats.org/officeDocument/2006/relationships/notesMaster" Target="/ppt/notesMasters/notesMaster1.xml" Id="R168b8957f5c642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1c440f54504c00" /><Relationship Type="http://schemas.openxmlformats.org/officeDocument/2006/relationships/notesMaster" Target="/ppt/notesMasters/notesMaster1.xml" Id="R941265be041d45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ff8a29efb04861" /><Relationship Type="http://schemas.openxmlformats.org/officeDocument/2006/relationships/notesMaster" Target="/ppt/notesMasters/notesMaster1.xml" Id="R45f0f7c052a046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работе разобрана статья и воспроизведены два выбранных сравнения: LeNet на MNIST и ResNet-56 на CIFAR-10.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Разделы 1 и 3 статьи. Super-convergence означает сокращение требуемого числа итераций обучения при сохранении или улучшении качества. Это свойство режима обучения, а не аппаратное ускорение одной итерации.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3 статьи. Формула обычного SGD ниже нужна для объяснения роли LR и опускает momentum и weight decay. 1cycle включает один подъём, один спад и завершающий участок с очень малым LR. Для выбранного CIFAR опыта авторский solver содержит только треугольный CLR.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Разделы 3 и 4 статьи. Формула является подстановкой шага −ηg в квадратичное приближение статьи (3)–(5). Авторы оценивают кривизну по соседним обновлениям и связывают большой LR с регуляризацией.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3: LR range test, один цикл и согласование регуляризации. Для воспроизведения границы LR взяты из опубликованных настроек. LR range test и перебор гиперпараметров не проводились.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CIFAR-10: рисунок 1a, максимум baseline 91,2%, финальная точность CLR 92,4%. MNIST: таблица 2, финальная точность как среднее и стандартное отклонение. Статистики maximum и final обозначены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Использованы полные обучающие и тестовые наборы. MNIST: batch 512, seed 42, 43, 44 на каждый из трёх режимов. CIFAR: batch 1000, seed 42 на режим. Для MNIST 10 000 шагов соответствуют 85,3333 эпохи, 1407 шагов — 12,0064 эпохи. Вычислительная среда записана в config.json каждого запуска.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авторские Resnet56Cifar.prototxt, solver.prototxt, clrsolver.prototxt. В models.py и optim.py воспроизведены нестандартные остаточные переходы, накопление SGD и BatchNorm. Caffe momentum хранит обновления с уже умноженным LR. Grouped BN сохраняет локальный batch 125 на одной GPU.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CIFAR: треугольный LR от 0,1 до 3 и обратно до 0,1 за 10 000 шагов, momentum 0,9, weight decay 10⁻⁴. MNIST: LR от 0,01 до 0,1 и обратно до 0,01 за 10 эпох, затем спад до 10⁻⁵ за 2 эпохи. Momentum меняется от 0,95 до 0,8 и обратно. Конечный LR 10⁻⁵ является допущением воспроизведения. CIFAR baseline начинает с 0,35 и уменьшает LR на шагах 50 000 и 70 000. MNIST baseline использует inverse policy. Источники: optim.py и авторские solver.prototxt, clrsolver.prototxt.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Финальная точность взята из summary.json. Полные обучающие кривые построены по metrics.csv без сглаживания. Использован один seed на режим.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Показаны первые 10 000 шагов двух запусков CIFAR. Baseline продолжался до 80 000 шагов. Это срез длинного обучения, а не отдельно настроенный короткий baseline. Значение 53,43% взято из строки шага 10 000.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Финальная точность: среднее и выборочное стандартное отклонение по seed 42, 43, 44. Baseline обучался 10 000 шагов, cycle и short — 1407. График показывает средние точности 1cycle и короткого baseline по трём seed за первые 12,0064 эпохи. Оценка проводится на всех 10 000 тестовых изображений.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Метрика training_seconds исключает оценку, загрузку данных, сохранение и установку среды. Для CIFAR время полных протоколов равно 6051,2554 и 756,8704 секунды. Время до 90% взято по первому сохранённому измерению, поэтому не задаёт точный момент достижения порога. Сравнение не является оценкой ускорения GPU относительно CPU.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CIFAR baseline сопоставлены максимум у авторов 91,2% и максимум воспроизведения 90,63%. Финальная точность baseline в воспроизведении равна 90,54%. Для CLR финальные значения составляют 92,4% и 91,95%. Таблица 2 статьи для MNIST сообщает финальную точность, которая также используется в воспроизведении. Оценки MNIST в воспроизведении основаны на трёх seed и выборочном SD.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результатов — каталог results/. Все 55 исходных файлов результатов перенесены без изменений. В каталоге hw2 сохранены train.py, models.py, optim.py и data.py, использованные в запусках. По сохранённым метрикам пересчитываются таблицы и графики.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Итоговые результаты сравнения на CIFAR-10 и MNIST. На CIFAR использован один seed на режим, на MNIST — три. Время указано для полных протоколов на NVIDIA RTX PRO 6000 Blackwell Server Edition.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Основные научные источники: статья arXiv:1708.07120v3 и репозиторий lnsmith54/super-convergence. Результаты воспроизведения и исходники находятся в каталоге hw2. Полные параметры и результаты описаны в отчёте.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Leslie N. Smith, Nicholay Topin. Super-Convergence: Very Fast Training of Neural Networks Using Large Learning Rates. arXiv:1708.07120v3, 17 May 2018. https://arxiv.org/abs/1708.07120v3</a:t>
            </a:r>
          </a:p>
          <a:p xmlns:a="http://schemas.openxmlformats.org/drawingml/2006/main">
            <a:r>
              <a:t>https://github.com/lnsmith54/super-convergence, commit ecc561594b39442661e7e0a39d2820b0f4147324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1ca0441244b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5840c2c9b4f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c56fa02654a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df7481c3f4e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60af66cf342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9dca95edf4c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73C23A-8257-4B09-96EE-87C9F33EE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FF9268-4F78-4AB8-AAEE-F6A6BBE8E9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324BC2-6423-4CE7-B782-3B7D143A5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88C42D-874C-46FA-BC09-2B9C3ACC5B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9F99E9-EAE0-4907-9D70-F62A0935BB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ED16EB-3327-467D-A547-DD92FBD6F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88DDA8-F8BD-420D-8D76-4AD16C28C2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D4D7C6-D6E3-4BD1-AF6E-B7F63484A3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8CBEA1-345D-409E-8C03-6C65E284E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07DF1A-EA7D-4085-A4C2-68EBE7683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a472e31df44cca" /><Relationship Type="http://schemas.openxmlformats.org/officeDocument/2006/relationships/slideLayout" Target="/ppt/slideLayouts/slideLayout1.xml" Id="R2d23c2febed64401" /><Relationship Type="http://schemas.openxmlformats.org/officeDocument/2006/relationships/slideLayout" Target="/ppt/slideLayouts/slideLayout2.xml" Id="R351e33f47f9c43d1" /><Relationship Type="http://schemas.openxmlformats.org/officeDocument/2006/relationships/slideLayout" Target="/ppt/slideLayouts/slideLayout3.xml" Id="R9d77778771264757" /><Relationship Type="http://schemas.openxmlformats.org/officeDocument/2006/relationships/slideLayout" Target="/ppt/slideLayouts/slideLayout4.xml" Id="R36a05fcff700410f" /><Relationship Type="http://schemas.openxmlformats.org/officeDocument/2006/relationships/slideLayout" Target="/ppt/slideLayouts/slideLayout5.xml" Id="Re7cb5733151742e9" /><Relationship Type="http://schemas.openxmlformats.org/officeDocument/2006/relationships/slideLayout" Target="/ppt/slideLayouts/slideLayout6.xml" Id="R2186ebb39c5e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23c2febed64401"/>
    <p:sldLayoutId xmlns:r="http://schemas.openxmlformats.org/officeDocument/2006/relationships" id="2147483650" r:id="R351e33f47f9c43d1"/>
    <p:sldLayoutId xmlns:r="http://schemas.openxmlformats.org/officeDocument/2006/relationships" id="2147483651" r:id="R9d77778771264757"/>
    <p:sldLayoutId xmlns:r="http://schemas.openxmlformats.org/officeDocument/2006/relationships" id="2147483652" r:id="R36a05fcff700410f"/>
    <p:sldLayoutId xmlns:r="http://schemas.openxmlformats.org/officeDocument/2006/relationships" id="2147483653" r:id="Re7cb5733151742e9"/>
    <p:sldLayoutId xmlns:r="http://schemas.openxmlformats.org/officeDocument/2006/relationships" id="2147483654" r:id="R2186ebb39c5e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uper-Convergence">
  <a:themeElements>
    <a:clrScheme name="Super-Convergen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Super-Converg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eb34358dd494e" /><Relationship Type="http://schemas.openxmlformats.org/officeDocument/2006/relationships/notesSlide" Target="/ppt/notesSlides/notesSlide1.xml" Id="R7bdae32a0541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deba52f5149be" /><Relationship Type="http://schemas.openxmlformats.org/officeDocument/2006/relationships/notesSlide" Target="/ppt/notesSlides/notesSlide2.xml" Id="R5c92be99d35f45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a6c10fd0a4b90" /><Relationship Type="http://schemas.openxmlformats.org/officeDocument/2006/relationships/notesSlide" Target="/ppt/notesSlides/notesSlide3.xml" Id="R58afbcb2124d46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f84a281bb4de2" /><Relationship Type="http://schemas.openxmlformats.org/officeDocument/2006/relationships/notesSlide" Target="/ppt/notesSlides/notesSlide4.xml" Id="Rb8a6329d370e4c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6eb9351c842e7" /><Relationship Type="http://schemas.openxmlformats.org/officeDocument/2006/relationships/notesSlide" Target="/ppt/notesSlides/notesSlide5.xml" Id="R01ffd32f2453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219c3d8a6490c" /><Relationship Type="http://schemas.openxmlformats.org/officeDocument/2006/relationships/notesSlide" Target="/ppt/notesSlides/notesSlide6.xml" Id="Rfb784f78090440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f8fdf98754951" /><Relationship Type="http://schemas.openxmlformats.org/officeDocument/2006/relationships/notesSlide" Target="/ppt/notesSlides/notesSlide7.xml" Id="R7a78ce2e8d5b4d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7fc4b3f4945db" /><Relationship Type="http://schemas.openxmlformats.org/officeDocument/2006/relationships/notesSlide" Target="/ppt/notesSlides/notesSlide8.xml" Id="R1d97f120598b41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53b87f7c34446" /><Relationship Type="http://schemas.openxmlformats.org/officeDocument/2006/relationships/chart" Target="/ppt/slides/charts/chart1.xml" Id="Ref2270c0164b46bf" /><Relationship Type="http://schemas.openxmlformats.org/officeDocument/2006/relationships/chart" Target="/ppt/slides/charts/chart2.xml" Id="Rbe803f1a8bec49b2" /><Relationship Type="http://schemas.openxmlformats.org/officeDocument/2006/relationships/notesSlide" Target="/ppt/notesSlides/notesSlide9.xml" Id="Rb0ede64d95764a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cc5e468764036" /><Relationship Type="http://schemas.openxmlformats.org/officeDocument/2006/relationships/chart" Target="/ppt/slides/charts/chart3.xml" Id="Rf42f8cf84f7240dd" /><Relationship Type="http://schemas.openxmlformats.org/officeDocument/2006/relationships/notesSlide" Target="/ppt/notesSlides/notesSlide10.xml" Id="R456504b3cccd4c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690c161d1486a" /><Relationship Type="http://schemas.openxmlformats.org/officeDocument/2006/relationships/chart" Target="/ppt/slides/charts/chart4.xml" Id="R895756bcf89147ac" /><Relationship Type="http://schemas.openxmlformats.org/officeDocument/2006/relationships/notesSlide" Target="/ppt/notesSlides/notesSlide11.xml" Id="R9957ffb26be449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b8aaea51241d8" /><Relationship Type="http://schemas.openxmlformats.org/officeDocument/2006/relationships/chart" Target="/ppt/slides/charts/chart5.xml" Id="R6a56f418deab494c" /><Relationship Type="http://schemas.openxmlformats.org/officeDocument/2006/relationships/notesSlide" Target="/ppt/notesSlides/notesSlide12.xml" Id="Re99a724b835944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966aaa8b54d22" /><Relationship Type="http://schemas.openxmlformats.org/officeDocument/2006/relationships/chart" Target="/ppt/slides/charts/chart6.xml" Id="R13b19607eafb4789" /><Relationship Type="http://schemas.openxmlformats.org/officeDocument/2006/relationships/notesSlide" Target="/ppt/notesSlides/notesSlide13.xml" Id="R6289ca6aa4b24b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0b68ef77d4e10" /><Relationship Type="http://schemas.openxmlformats.org/officeDocument/2006/relationships/notesSlide" Target="/ppt/notesSlides/notesSlide14.xml" Id="Rc7906ae304f54d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abadc35b64822" /><Relationship Type="http://schemas.openxmlformats.org/officeDocument/2006/relationships/notesSlide" Target="/ppt/notesSlides/notesSlide15.xml" Id="R8ae3a532cd7548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d650482ab4d3d" /><Relationship Type="http://schemas.openxmlformats.org/officeDocument/2006/relationships/notesSlide" Target="/ppt/notesSlides/notesSlide16.xml" Id="R30bf0c4b37db4d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918238e674e93" /><Relationship Type="http://schemas.openxmlformats.org/officeDocument/2006/relationships/notesSlide" Target="/ppt/notesSlides/notesSlide17.xml" Id="Rb0f67bbd5db8454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Цикл LR</c:v>
          </c:tx>
          <c:spPr>
            <a:ln xmlns:a="http://schemas.openxmlformats.org/drawingml/2006/main" w="28575">
              <a:solidFill>
                <a:srgbClr val="2878C8"/>
              </a:solidFill>
            </a:ln>
          </c:spPr>
          <c:marker>
            <c:symbol val="none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5</c:v>
                </c:pt>
                <c:pt idx="2">
                  <c:v>10</c:v>
                </c:pt>
              </c:numCache>
            </c:numRef>
          </c:xVal>
          <c:yVal>
            <c:numRef>
              <c:f>'Chart Data'!$B$2:$B$4</c:f>
              <c:numCache>
                <c:formatCode>0</c:formatCode>
                <c:ptCount val="3"/>
                <c:pt idx="0">
                  <c:v>0.1</c:v>
                </c:pt>
                <c:pt idx="1">
                  <c:v>3</c:v>
                </c:pt>
                <c:pt idx="2">
                  <c:v>0.1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Learning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Тысячи шагов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555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Цикл LR</c:v>
          </c:tx>
          <c:spPr>
            <a:ln xmlns:a="http://schemas.openxmlformats.org/drawingml/2006/main" w="28575">
              <a:solidFill>
                <a:srgbClr val="2878C8"/>
              </a:solidFill>
            </a:ln>
          </c:spPr>
          <c:marker>
            <c:symbol val="none"/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12</c:v>
                </c:pt>
              </c:numCache>
            </c:numRef>
          </c:xVal>
          <c:yVal>
            <c:numRef>
              <c:f>'Chart Data'!$B$2:$B$5</c:f>
              <c:numCache>
                <c:formatCode>0.00</c:formatCode>
                <c:ptCount val="4"/>
                <c:pt idx="0">
                  <c:v>0.01</c:v>
                </c:pt>
                <c:pt idx="1">
                  <c:v>0.1</c:v>
                </c:pt>
                <c:pt idx="2">
                  <c:v>0.01</c:v>
                </c:pt>
                <c:pt idx="3">
                  <c:v>1E-05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Learning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2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Эпохи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555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Baseline</c:v>
          </c:tx>
          <c:spPr>
            <a:ln xmlns:a="http://schemas.openxmlformats.org/drawingml/2006/main" w="24765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Data'!$A$2:$A$801</c:f>
              <c:numCache>
                <c:formatCode>General</c:formatCode>
                <c:ptCount val="80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</c:v>
                </c:pt>
                <c:pt idx="22">
                  <c:v>2.3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4.1</c:v>
                </c:pt>
                <c:pt idx="41">
                  <c:v>4.2</c:v>
                </c:pt>
                <c:pt idx="42">
                  <c:v>4.3</c:v>
                </c:pt>
                <c:pt idx="43">
                  <c:v>4.4</c:v>
                </c:pt>
                <c:pt idx="44">
                  <c:v>4.5</c:v>
                </c:pt>
                <c:pt idx="45">
                  <c:v>4.6</c:v>
                </c:pt>
                <c:pt idx="46">
                  <c:v>4.7</c:v>
                </c:pt>
                <c:pt idx="47">
                  <c:v>4.8</c:v>
                </c:pt>
                <c:pt idx="48">
                  <c:v>4.9</c:v>
                </c:pt>
                <c:pt idx="49">
                  <c:v>5</c:v>
                </c:pt>
                <c:pt idx="50">
                  <c:v>5.1</c:v>
                </c:pt>
                <c:pt idx="51">
                  <c:v>5.2</c:v>
                </c:pt>
                <c:pt idx="52">
                  <c:v>5.3</c:v>
                </c:pt>
                <c:pt idx="53">
                  <c:v>5.4</c:v>
                </c:pt>
                <c:pt idx="54">
                  <c:v>5.5</c:v>
                </c:pt>
                <c:pt idx="55">
                  <c:v>5.6</c:v>
                </c:pt>
                <c:pt idx="56">
                  <c:v>5.7</c:v>
                </c:pt>
                <c:pt idx="57">
                  <c:v>5.8</c:v>
                </c:pt>
                <c:pt idx="58">
                  <c:v>5.9</c:v>
                </c:pt>
                <c:pt idx="59">
                  <c:v>6</c:v>
                </c:pt>
                <c:pt idx="60">
                  <c:v>6.1</c:v>
                </c:pt>
                <c:pt idx="61">
                  <c:v>6.2</c:v>
                </c:pt>
                <c:pt idx="62">
                  <c:v>6.3</c:v>
                </c:pt>
                <c:pt idx="63">
                  <c:v>6.4</c:v>
                </c:pt>
                <c:pt idx="64">
                  <c:v>6.5</c:v>
                </c:pt>
                <c:pt idx="65">
                  <c:v>6.6</c:v>
                </c:pt>
                <c:pt idx="66">
                  <c:v>6.7</c:v>
                </c:pt>
                <c:pt idx="67">
                  <c:v>6.8</c:v>
                </c:pt>
                <c:pt idx="68">
                  <c:v>6.9</c:v>
                </c:pt>
                <c:pt idx="69">
                  <c:v>7</c:v>
                </c:pt>
                <c:pt idx="70">
                  <c:v>7.1</c:v>
                </c:pt>
                <c:pt idx="71">
                  <c:v>7.2</c:v>
                </c:pt>
                <c:pt idx="72">
                  <c:v>7.3</c:v>
                </c:pt>
                <c:pt idx="73">
                  <c:v>7.4</c:v>
                </c:pt>
                <c:pt idx="74">
                  <c:v>7.5</c:v>
                </c:pt>
                <c:pt idx="75">
                  <c:v>7.6</c:v>
                </c:pt>
                <c:pt idx="76">
                  <c:v>7.7</c:v>
                </c:pt>
                <c:pt idx="77">
                  <c:v>7.8</c:v>
                </c:pt>
                <c:pt idx="78">
                  <c:v>7.9</c:v>
                </c:pt>
                <c:pt idx="79">
                  <c:v>8</c:v>
                </c:pt>
                <c:pt idx="80">
                  <c:v>8.1</c:v>
                </c:pt>
                <c:pt idx="81">
                  <c:v>8.2</c:v>
                </c:pt>
                <c:pt idx="82">
                  <c:v>8.3</c:v>
                </c:pt>
                <c:pt idx="83">
                  <c:v>8.4</c:v>
                </c:pt>
                <c:pt idx="84">
                  <c:v>8.5</c:v>
                </c:pt>
                <c:pt idx="85">
                  <c:v>8.6</c:v>
                </c:pt>
                <c:pt idx="86">
                  <c:v>8.7</c:v>
                </c:pt>
                <c:pt idx="87">
                  <c:v>8.8</c:v>
                </c:pt>
                <c:pt idx="88">
                  <c:v>8.9</c:v>
                </c:pt>
                <c:pt idx="89">
                  <c:v>9</c:v>
                </c:pt>
                <c:pt idx="90">
                  <c:v>9.1</c:v>
                </c:pt>
                <c:pt idx="91">
                  <c:v>9.2</c:v>
                </c:pt>
                <c:pt idx="92">
                  <c:v>9.3</c:v>
                </c:pt>
                <c:pt idx="93">
                  <c:v>9.4</c:v>
                </c:pt>
                <c:pt idx="94">
                  <c:v>9.5</c:v>
                </c:pt>
                <c:pt idx="95">
                  <c:v>9.6</c:v>
                </c:pt>
                <c:pt idx="96">
                  <c:v>9.7</c:v>
                </c:pt>
                <c:pt idx="97">
                  <c:v>9.8</c:v>
                </c:pt>
                <c:pt idx="98">
                  <c:v>9.9</c:v>
                </c:pt>
                <c:pt idx="99">
                  <c:v>10</c:v>
                </c:pt>
                <c:pt idx="100">
                  <c:v>10.1</c:v>
                </c:pt>
                <c:pt idx="101">
                  <c:v>10.2</c:v>
                </c:pt>
                <c:pt idx="102">
                  <c:v>10.3</c:v>
                </c:pt>
                <c:pt idx="103">
                  <c:v>10.4</c:v>
                </c:pt>
                <c:pt idx="104">
                  <c:v>10.5</c:v>
                </c:pt>
                <c:pt idx="105">
                  <c:v>10.6</c:v>
                </c:pt>
                <c:pt idx="106">
                  <c:v>10.7</c:v>
                </c:pt>
                <c:pt idx="107">
                  <c:v>10.8</c:v>
                </c:pt>
                <c:pt idx="108">
                  <c:v>10.9</c:v>
                </c:pt>
                <c:pt idx="109">
                  <c:v>11</c:v>
                </c:pt>
                <c:pt idx="110">
                  <c:v>11.1</c:v>
                </c:pt>
                <c:pt idx="111">
                  <c:v>11.2</c:v>
                </c:pt>
                <c:pt idx="112">
                  <c:v>11.3</c:v>
                </c:pt>
                <c:pt idx="113">
                  <c:v>11.4</c:v>
                </c:pt>
                <c:pt idx="114">
                  <c:v>11.5</c:v>
                </c:pt>
                <c:pt idx="115">
                  <c:v>11.6</c:v>
                </c:pt>
                <c:pt idx="116">
                  <c:v>11.7</c:v>
                </c:pt>
                <c:pt idx="117">
                  <c:v>11.8</c:v>
                </c:pt>
                <c:pt idx="118">
                  <c:v>11.9</c:v>
                </c:pt>
                <c:pt idx="119">
                  <c:v>12</c:v>
                </c:pt>
                <c:pt idx="120">
                  <c:v>12.1</c:v>
                </c:pt>
                <c:pt idx="121">
                  <c:v>12.2</c:v>
                </c:pt>
                <c:pt idx="122">
                  <c:v>12.3</c:v>
                </c:pt>
                <c:pt idx="123">
                  <c:v>12.4</c:v>
                </c:pt>
                <c:pt idx="124">
                  <c:v>12.5</c:v>
                </c:pt>
                <c:pt idx="125">
                  <c:v>12.6</c:v>
                </c:pt>
                <c:pt idx="126">
                  <c:v>12.7</c:v>
                </c:pt>
                <c:pt idx="127">
                  <c:v>12.8</c:v>
                </c:pt>
                <c:pt idx="128">
                  <c:v>12.9</c:v>
                </c:pt>
                <c:pt idx="129">
                  <c:v>13</c:v>
                </c:pt>
                <c:pt idx="130">
                  <c:v>13.1</c:v>
                </c:pt>
                <c:pt idx="131">
                  <c:v>13.2</c:v>
                </c:pt>
                <c:pt idx="132">
                  <c:v>13.3</c:v>
                </c:pt>
                <c:pt idx="133">
                  <c:v>13.4</c:v>
                </c:pt>
                <c:pt idx="134">
                  <c:v>13.5</c:v>
                </c:pt>
                <c:pt idx="135">
                  <c:v>13.6</c:v>
                </c:pt>
                <c:pt idx="136">
                  <c:v>13.7</c:v>
                </c:pt>
                <c:pt idx="137">
                  <c:v>13.8</c:v>
                </c:pt>
                <c:pt idx="138">
                  <c:v>13.9</c:v>
                </c:pt>
                <c:pt idx="139">
                  <c:v>14</c:v>
                </c:pt>
                <c:pt idx="140">
                  <c:v>14.1</c:v>
                </c:pt>
                <c:pt idx="141">
                  <c:v>14.2</c:v>
                </c:pt>
                <c:pt idx="142">
                  <c:v>14.3</c:v>
                </c:pt>
                <c:pt idx="143">
                  <c:v>14.4</c:v>
                </c:pt>
                <c:pt idx="144">
                  <c:v>14.5</c:v>
                </c:pt>
                <c:pt idx="145">
                  <c:v>14.6</c:v>
                </c:pt>
                <c:pt idx="146">
                  <c:v>14.7</c:v>
                </c:pt>
                <c:pt idx="147">
                  <c:v>14.8</c:v>
                </c:pt>
                <c:pt idx="148">
                  <c:v>14.9</c:v>
                </c:pt>
                <c:pt idx="149">
                  <c:v>15</c:v>
                </c:pt>
                <c:pt idx="150">
                  <c:v>15.1</c:v>
                </c:pt>
                <c:pt idx="151">
                  <c:v>15.2</c:v>
                </c:pt>
                <c:pt idx="152">
                  <c:v>15.3</c:v>
                </c:pt>
                <c:pt idx="153">
                  <c:v>15.4</c:v>
                </c:pt>
                <c:pt idx="154">
                  <c:v>15.5</c:v>
                </c:pt>
                <c:pt idx="155">
                  <c:v>15.6</c:v>
                </c:pt>
                <c:pt idx="156">
                  <c:v>15.7</c:v>
                </c:pt>
                <c:pt idx="157">
                  <c:v>15.8</c:v>
                </c:pt>
                <c:pt idx="158">
                  <c:v>15.9</c:v>
                </c:pt>
                <c:pt idx="159">
                  <c:v>16</c:v>
                </c:pt>
                <c:pt idx="160">
                  <c:v>16.1</c:v>
                </c:pt>
                <c:pt idx="161">
                  <c:v>16.2</c:v>
                </c:pt>
                <c:pt idx="162">
                  <c:v>16.3</c:v>
                </c:pt>
                <c:pt idx="163">
                  <c:v>16.4</c:v>
                </c:pt>
                <c:pt idx="164">
                  <c:v>16.5</c:v>
                </c:pt>
                <c:pt idx="165">
                  <c:v>16.6</c:v>
                </c:pt>
                <c:pt idx="166">
                  <c:v>16.7</c:v>
                </c:pt>
                <c:pt idx="167">
                  <c:v>16.8</c:v>
                </c:pt>
                <c:pt idx="168">
                  <c:v>16.9</c:v>
                </c:pt>
                <c:pt idx="169">
                  <c:v>17</c:v>
                </c:pt>
                <c:pt idx="170">
                  <c:v>17.1</c:v>
                </c:pt>
                <c:pt idx="171">
                  <c:v>17.2</c:v>
                </c:pt>
                <c:pt idx="172">
                  <c:v>17.3</c:v>
                </c:pt>
                <c:pt idx="173">
                  <c:v>17.4</c:v>
                </c:pt>
                <c:pt idx="174">
                  <c:v>17.5</c:v>
                </c:pt>
                <c:pt idx="175">
                  <c:v>17.6</c:v>
                </c:pt>
                <c:pt idx="176">
                  <c:v>17.7</c:v>
                </c:pt>
                <c:pt idx="177">
                  <c:v>17.8</c:v>
                </c:pt>
                <c:pt idx="178">
                  <c:v>17.9</c:v>
                </c:pt>
                <c:pt idx="179">
                  <c:v>18</c:v>
                </c:pt>
                <c:pt idx="180">
                  <c:v>18.1</c:v>
                </c:pt>
                <c:pt idx="181">
                  <c:v>18.2</c:v>
                </c:pt>
                <c:pt idx="182">
                  <c:v>18.3</c:v>
                </c:pt>
                <c:pt idx="183">
                  <c:v>18.4</c:v>
                </c:pt>
                <c:pt idx="184">
                  <c:v>18.5</c:v>
                </c:pt>
                <c:pt idx="185">
                  <c:v>18.6</c:v>
                </c:pt>
                <c:pt idx="186">
                  <c:v>18.7</c:v>
                </c:pt>
                <c:pt idx="187">
                  <c:v>18.8</c:v>
                </c:pt>
                <c:pt idx="188">
                  <c:v>18.9</c:v>
                </c:pt>
                <c:pt idx="189">
                  <c:v>19</c:v>
                </c:pt>
                <c:pt idx="190">
                  <c:v>19.1</c:v>
                </c:pt>
                <c:pt idx="191">
                  <c:v>19.2</c:v>
                </c:pt>
                <c:pt idx="192">
                  <c:v>19.3</c:v>
                </c:pt>
                <c:pt idx="193">
                  <c:v>19.4</c:v>
                </c:pt>
                <c:pt idx="194">
                  <c:v>19.5</c:v>
                </c:pt>
                <c:pt idx="195">
                  <c:v>19.6</c:v>
                </c:pt>
                <c:pt idx="196">
                  <c:v>19.7</c:v>
                </c:pt>
                <c:pt idx="197">
                  <c:v>19.8</c:v>
                </c:pt>
                <c:pt idx="198">
                  <c:v>19.9</c:v>
                </c:pt>
                <c:pt idx="199">
                  <c:v>20</c:v>
                </c:pt>
                <c:pt idx="200">
                  <c:v>20.1</c:v>
                </c:pt>
                <c:pt idx="201">
                  <c:v>20.2</c:v>
                </c:pt>
                <c:pt idx="202">
                  <c:v>20.3</c:v>
                </c:pt>
                <c:pt idx="203">
                  <c:v>20.4</c:v>
                </c:pt>
                <c:pt idx="204">
                  <c:v>20.5</c:v>
                </c:pt>
                <c:pt idx="205">
                  <c:v>20.6</c:v>
                </c:pt>
                <c:pt idx="206">
                  <c:v>20.7</c:v>
                </c:pt>
                <c:pt idx="207">
                  <c:v>20.8</c:v>
                </c:pt>
                <c:pt idx="208">
                  <c:v>20.9</c:v>
                </c:pt>
                <c:pt idx="209">
                  <c:v>21</c:v>
                </c:pt>
                <c:pt idx="210">
                  <c:v>21.1</c:v>
                </c:pt>
                <c:pt idx="211">
                  <c:v>21.2</c:v>
                </c:pt>
                <c:pt idx="212">
                  <c:v>21.3</c:v>
                </c:pt>
                <c:pt idx="213">
                  <c:v>21.4</c:v>
                </c:pt>
                <c:pt idx="214">
                  <c:v>21.5</c:v>
                </c:pt>
                <c:pt idx="215">
                  <c:v>21.6</c:v>
                </c:pt>
                <c:pt idx="216">
                  <c:v>21.7</c:v>
                </c:pt>
                <c:pt idx="217">
                  <c:v>21.8</c:v>
                </c:pt>
                <c:pt idx="218">
                  <c:v>21.9</c:v>
                </c:pt>
                <c:pt idx="219">
                  <c:v>22</c:v>
                </c:pt>
                <c:pt idx="220">
                  <c:v>22.1</c:v>
                </c:pt>
                <c:pt idx="221">
                  <c:v>22.2</c:v>
                </c:pt>
                <c:pt idx="222">
                  <c:v>22.3</c:v>
                </c:pt>
                <c:pt idx="223">
                  <c:v>22.4</c:v>
                </c:pt>
                <c:pt idx="224">
                  <c:v>22.5</c:v>
                </c:pt>
                <c:pt idx="225">
                  <c:v>22.6</c:v>
                </c:pt>
                <c:pt idx="226">
                  <c:v>22.7</c:v>
                </c:pt>
                <c:pt idx="227">
                  <c:v>22.8</c:v>
                </c:pt>
                <c:pt idx="228">
                  <c:v>22.9</c:v>
                </c:pt>
                <c:pt idx="229">
                  <c:v>23</c:v>
                </c:pt>
                <c:pt idx="230">
                  <c:v>23.1</c:v>
                </c:pt>
                <c:pt idx="231">
                  <c:v>23.2</c:v>
                </c:pt>
                <c:pt idx="232">
                  <c:v>23.3</c:v>
                </c:pt>
                <c:pt idx="233">
                  <c:v>23.4</c:v>
                </c:pt>
                <c:pt idx="234">
                  <c:v>23.5</c:v>
                </c:pt>
                <c:pt idx="235">
                  <c:v>23.6</c:v>
                </c:pt>
                <c:pt idx="236">
                  <c:v>23.7</c:v>
                </c:pt>
                <c:pt idx="237">
                  <c:v>23.8</c:v>
                </c:pt>
                <c:pt idx="238">
                  <c:v>23.9</c:v>
                </c:pt>
                <c:pt idx="239">
                  <c:v>24</c:v>
                </c:pt>
                <c:pt idx="240">
                  <c:v>24.1</c:v>
                </c:pt>
                <c:pt idx="241">
                  <c:v>24.2</c:v>
                </c:pt>
                <c:pt idx="242">
                  <c:v>24.3</c:v>
                </c:pt>
                <c:pt idx="243">
                  <c:v>24.4</c:v>
                </c:pt>
                <c:pt idx="244">
                  <c:v>24.5</c:v>
                </c:pt>
                <c:pt idx="245">
                  <c:v>24.6</c:v>
                </c:pt>
                <c:pt idx="246">
                  <c:v>24.7</c:v>
                </c:pt>
                <c:pt idx="247">
                  <c:v>24.8</c:v>
                </c:pt>
                <c:pt idx="248">
                  <c:v>24.9</c:v>
                </c:pt>
                <c:pt idx="249">
                  <c:v>25</c:v>
                </c:pt>
                <c:pt idx="250">
                  <c:v>25.1</c:v>
                </c:pt>
                <c:pt idx="251">
                  <c:v>25.2</c:v>
                </c:pt>
                <c:pt idx="252">
                  <c:v>25.3</c:v>
                </c:pt>
                <c:pt idx="253">
                  <c:v>25.4</c:v>
                </c:pt>
                <c:pt idx="254">
                  <c:v>25.5</c:v>
                </c:pt>
                <c:pt idx="255">
                  <c:v>25.6</c:v>
                </c:pt>
                <c:pt idx="256">
                  <c:v>25.7</c:v>
                </c:pt>
                <c:pt idx="257">
                  <c:v>25.8</c:v>
                </c:pt>
                <c:pt idx="258">
                  <c:v>25.9</c:v>
                </c:pt>
                <c:pt idx="259">
                  <c:v>26</c:v>
                </c:pt>
                <c:pt idx="260">
                  <c:v>26.1</c:v>
                </c:pt>
                <c:pt idx="261">
                  <c:v>26.2</c:v>
                </c:pt>
                <c:pt idx="262">
                  <c:v>26.3</c:v>
                </c:pt>
                <c:pt idx="263">
                  <c:v>26.4</c:v>
                </c:pt>
                <c:pt idx="264">
                  <c:v>26.5</c:v>
                </c:pt>
                <c:pt idx="265">
                  <c:v>26.6</c:v>
                </c:pt>
                <c:pt idx="266">
                  <c:v>26.7</c:v>
                </c:pt>
                <c:pt idx="267">
                  <c:v>26.8</c:v>
                </c:pt>
                <c:pt idx="268">
                  <c:v>26.9</c:v>
                </c:pt>
                <c:pt idx="269">
                  <c:v>27</c:v>
                </c:pt>
                <c:pt idx="270">
                  <c:v>27.1</c:v>
                </c:pt>
                <c:pt idx="271">
                  <c:v>27.2</c:v>
                </c:pt>
                <c:pt idx="272">
                  <c:v>27.3</c:v>
                </c:pt>
                <c:pt idx="273">
                  <c:v>27.4</c:v>
                </c:pt>
                <c:pt idx="274">
                  <c:v>27.5</c:v>
                </c:pt>
                <c:pt idx="275">
                  <c:v>27.6</c:v>
                </c:pt>
                <c:pt idx="276">
                  <c:v>27.7</c:v>
                </c:pt>
                <c:pt idx="277">
                  <c:v>27.8</c:v>
                </c:pt>
                <c:pt idx="278">
                  <c:v>27.9</c:v>
                </c:pt>
                <c:pt idx="279">
                  <c:v>28</c:v>
                </c:pt>
                <c:pt idx="280">
                  <c:v>28.1</c:v>
                </c:pt>
                <c:pt idx="281">
                  <c:v>28.2</c:v>
                </c:pt>
                <c:pt idx="282">
                  <c:v>28.3</c:v>
                </c:pt>
                <c:pt idx="283">
                  <c:v>28.4</c:v>
                </c:pt>
                <c:pt idx="284">
                  <c:v>28.5</c:v>
                </c:pt>
                <c:pt idx="285">
                  <c:v>28.6</c:v>
                </c:pt>
                <c:pt idx="286">
                  <c:v>28.7</c:v>
                </c:pt>
                <c:pt idx="287">
                  <c:v>28.8</c:v>
                </c:pt>
                <c:pt idx="288">
                  <c:v>28.9</c:v>
                </c:pt>
                <c:pt idx="289">
                  <c:v>29</c:v>
                </c:pt>
                <c:pt idx="290">
                  <c:v>29.1</c:v>
                </c:pt>
                <c:pt idx="291">
                  <c:v>29.2</c:v>
                </c:pt>
                <c:pt idx="292">
                  <c:v>29.3</c:v>
                </c:pt>
                <c:pt idx="293">
                  <c:v>29.4</c:v>
                </c:pt>
                <c:pt idx="294">
                  <c:v>29.5</c:v>
                </c:pt>
                <c:pt idx="295">
                  <c:v>29.6</c:v>
                </c:pt>
                <c:pt idx="296">
                  <c:v>29.7</c:v>
                </c:pt>
                <c:pt idx="297">
                  <c:v>29.8</c:v>
                </c:pt>
                <c:pt idx="298">
                  <c:v>29.9</c:v>
                </c:pt>
                <c:pt idx="299">
                  <c:v>30</c:v>
                </c:pt>
                <c:pt idx="300">
                  <c:v>30.1</c:v>
                </c:pt>
                <c:pt idx="301">
                  <c:v>30.2</c:v>
                </c:pt>
                <c:pt idx="302">
                  <c:v>30.3</c:v>
                </c:pt>
                <c:pt idx="303">
                  <c:v>30.4</c:v>
                </c:pt>
                <c:pt idx="304">
                  <c:v>30.5</c:v>
                </c:pt>
                <c:pt idx="305">
                  <c:v>30.6</c:v>
                </c:pt>
                <c:pt idx="306">
                  <c:v>30.7</c:v>
                </c:pt>
                <c:pt idx="307">
                  <c:v>30.8</c:v>
                </c:pt>
                <c:pt idx="308">
                  <c:v>30.9</c:v>
                </c:pt>
                <c:pt idx="309">
                  <c:v>31</c:v>
                </c:pt>
                <c:pt idx="310">
                  <c:v>31.1</c:v>
                </c:pt>
                <c:pt idx="311">
                  <c:v>31.2</c:v>
                </c:pt>
                <c:pt idx="312">
                  <c:v>31.3</c:v>
                </c:pt>
                <c:pt idx="313">
                  <c:v>31.4</c:v>
                </c:pt>
                <c:pt idx="314">
                  <c:v>31.5</c:v>
                </c:pt>
                <c:pt idx="315">
                  <c:v>31.6</c:v>
                </c:pt>
                <c:pt idx="316">
                  <c:v>31.7</c:v>
                </c:pt>
                <c:pt idx="317">
                  <c:v>31.8</c:v>
                </c:pt>
                <c:pt idx="318">
                  <c:v>31.9</c:v>
                </c:pt>
                <c:pt idx="319">
                  <c:v>32</c:v>
                </c:pt>
                <c:pt idx="320">
                  <c:v>32.1</c:v>
                </c:pt>
                <c:pt idx="321">
                  <c:v>32.2</c:v>
                </c:pt>
                <c:pt idx="322">
                  <c:v>32.3</c:v>
                </c:pt>
                <c:pt idx="323">
                  <c:v>32.4</c:v>
                </c:pt>
                <c:pt idx="324">
                  <c:v>32.5</c:v>
                </c:pt>
                <c:pt idx="325">
                  <c:v>32.6</c:v>
                </c:pt>
                <c:pt idx="326">
                  <c:v>32.7</c:v>
                </c:pt>
                <c:pt idx="327">
                  <c:v>32.8</c:v>
                </c:pt>
                <c:pt idx="328">
                  <c:v>32.9</c:v>
                </c:pt>
                <c:pt idx="329">
                  <c:v>33</c:v>
                </c:pt>
                <c:pt idx="330">
                  <c:v>33.1</c:v>
                </c:pt>
                <c:pt idx="331">
                  <c:v>33.2</c:v>
                </c:pt>
                <c:pt idx="332">
                  <c:v>33.3</c:v>
                </c:pt>
                <c:pt idx="333">
                  <c:v>33.4</c:v>
                </c:pt>
                <c:pt idx="334">
                  <c:v>33.5</c:v>
                </c:pt>
                <c:pt idx="335">
                  <c:v>33.6</c:v>
                </c:pt>
                <c:pt idx="336">
                  <c:v>33.7</c:v>
                </c:pt>
                <c:pt idx="337">
                  <c:v>33.8</c:v>
                </c:pt>
                <c:pt idx="338">
                  <c:v>33.9</c:v>
                </c:pt>
                <c:pt idx="339">
                  <c:v>34</c:v>
                </c:pt>
                <c:pt idx="340">
                  <c:v>34.1</c:v>
                </c:pt>
                <c:pt idx="341">
                  <c:v>34.2</c:v>
                </c:pt>
                <c:pt idx="342">
                  <c:v>34.3</c:v>
                </c:pt>
                <c:pt idx="343">
                  <c:v>34.4</c:v>
                </c:pt>
                <c:pt idx="344">
                  <c:v>34.5</c:v>
                </c:pt>
                <c:pt idx="345">
                  <c:v>34.6</c:v>
                </c:pt>
                <c:pt idx="346">
                  <c:v>34.7</c:v>
                </c:pt>
                <c:pt idx="347">
                  <c:v>34.8</c:v>
                </c:pt>
                <c:pt idx="348">
                  <c:v>34.9</c:v>
                </c:pt>
                <c:pt idx="349">
                  <c:v>35</c:v>
                </c:pt>
                <c:pt idx="350">
                  <c:v>35.1</c:v>
                </c:pt>
                <c:pt idx="351">
                  <c:v>35.2</c:v>
                </c:pt>
                <c:pt idx="352">
                  <c:v>35.3</c:v>
                </c:pt>
                <c:pt idx="353">
                  <c:v>35.4</c:v>
                </c:pt>
                <c:pt idx="354">
                  <c:v>35.5</c:v>
                </c:pt>
                <c:pt idx="355">
                  <c:v>35.6</c:v>
                </c:pt>
                <c:pt idx="356">
                  <c:v>35.7</c:v>
                </c:pt>
                <c:pt idx="357">
                  <c:v>35.8</c:v>
                </c:pt>
                <c:pt idx="358">
                  <c:v>35.9</c:v>
                </c:pt>
                <c:pt idx="359">
                  <c:v>36</c:v>
                </c:pt>
                <c:pt idx="360">
                  <c:v>36.1</c:v>
                </c:pt>
                <c:pt idx="361">
                  <c:v>36.2</c:v>
                </c:pt>
                <c:pt idx="362">
                  <c:v>36.3</c:v>
                </c:pt>
                <c:pt idx="363">
                  <c:v>36.4</c:v>
                </c:pt>
                <c:pt idx="364">
                  <c:v>36.5</c:v>
                </c:pt>
                <c:pt idx="365">
                  <c:v>36.6</c:v>
                </c:pt>
                <c:pt idx="366">
                  <c:v>36.7</c:v>
                </c:pt>
                <c:pt idx="367">
                  <c:v>36.8</c:v>
                </c:pt>
                <c:pt idx="368">
                  <c:v>36.9</c:v>
                </c:pt>
                <c:pt idx="369">
                  <c:v>37</c:v>
                </c:pt>
                <c:pt idx="370">
                  <c:v>37.1</c:v>
                </c:pt>
                <c:pt idx="371">
                  <c:v>37.2</c:v>
                </c:pt>
                <c:pt idx="372">
                  <c:v>37.3</c:v>
                </c:pt>
                <c:pt idx="373">
                  <c:v>37.4</c:v>
                </c:pt>
                <c:pt idx="374">
                  <c:v>37.5</c:v>
                </c:pt>
                <c:pt idx="375">
                  <c:v>37.6</c:v>
                </c:pt>
                <c:pt idx="376">
                  <c:v>37.7</c:v>
                </c:pt>
                <c:pt idx="377">
                  <c:v>37.8</c:v>
                </c:pt>
                <c:pt idx="378">
                  <c:v>37.9</c:v>
                </c:pt>
                <c:pt idx="379">
                  <c:v>38</c:v>
                </c:pt>
                <c:pt idx="380">
                  <c:v>38.1</c:v>
                </c:pt>
                <c:pt idx="381">
                  <c:v>38.2</c:v>
                </c:pt>
                <c:pt idx="382">
                  <c:v>38.3</c:v>
                </c:pt>
                <c:pt idx="383">
                  <c:v>38.4</c:v>
                </c:pt>
                <c:pt idx="384">
                  <c:v>38.5</c:v>
                </c:pt>
                <c:pt idx="385">
                  <c:v>38.6</c:v>
                </c:pt>
                <c:pt idx="386">
                  <c:v>38.7</c:v>
                </c:pt>
                <c:pt idx="387">
                  <c:v>38.8</c:v>
                </c:pt>
                <c:pt idx="388">
                  <c:v>38.9</c:v>
                </c:pt>
                <c:pt idx="389">
                  <c:v>39</c:v>
                </c:pt>
                <c:pt idx="390">
                  <c:v>39.1</c:v>
                </c:pt>
                <c:pt idx="391">
                  <c:v>39.2</c:v>
                </c:pt>
                <c:pt idx="392">
                  <c:v>39.3</c:v>
                </c:pt>
                <c:pt idx="393">
                  <c:v>39.4</c:v>
                </c:pt>
                <c:pt idx="394">
                  <c:v>39.5</c:v>
                </c:pt>
                <c:pt idx="395">
                  <c:v>39.6</c:v>
                </c:pt>
                <c:pt idx="396">
                  <c:v>39.7</c:v>
                </c:pt>
                <c:pt idx="397">
                  <c:v>39.8</c:v>
                </c:pt>
                <c:pt idx="398">
                  <c:v>39.9</c:v>
                </c:pt>
                <c:pt idx="399">
                  <c:v>40</c:v>
                </c:pt>
                <c:pt idx="400">
                  <c:v>40.1</c:v>
                </c:pt>
                <c:pt idx="401">
                  <c:v>40.2</c:v>
                </c:pt>
                <c:pt idx="402">
                  <c:v>40.3</c:v>
                </c:pt>
                <c:pt idx="403">
                  <c:v>40.4</c:v>
                </c:pt>
                <c:pt idx="404">
                  <c:v>40.5</c:v>
                </c:pt>
                <c:pt idx="405">
                  <c:v>40.6</c:v>
                </c:pt>
                <c:pt idx="406">
                  <c:v>40.7</c:v>
                </c:pt>
                <c:pt idx="407">
                  <c:v>40.8</c:v>
                </c:pt>
                <c:pt idx="408">
                  <c:v>40.9</c:v>
                </c:pt>
                <c:pt idx="409">
                  <c:v>41</c:v>
                </c:pt>
                <c:pt idx="410">
                  <c:v>41.1</c:v>
                </c:pt>
                <c:pt idx="411">
                  <c:v>41.2</c:v>
                </c:pt>
                <c:pt idx="412">
                  <c:v>41.3</c:v>
                </c:pt>
                <c:pt idx="413">
                  <c:v>41.4</c:v>
                </c:pt>
                <c:pt idx="414">
                  <c:v>41.5</c:v>
                </c:pt>
                <c:pt idx="415">
                  <c:v>41.6</c:v>
                </c:pt>
                <c:pt idx="416">
                  <c:v>41.7</c:v>
                </c:pt>
                <c:pt idx="417">
                  <c:v>41.8</c:v>
                </c:pt>
                <c:pt idx="418">
                  <c:v>41.9</c:v>
                </c:pt>
                <c:pt idx="419">
                  <c:v>42</c:v>
                </c:pt>
                <c:pt idx="420">
                  <c:v>42.1</c:v>
                </c:pt>
                <c:pt idx="421">
                  <c:v>42.2</c:v>
                </c:pt>
                <c:pt idx="422">
                  <c:v>42.3</c:v>
                </c:pt>
                <c:pt idx="423">
                  <c:v>42.4</c:v>
                </c:pt>
                <c:pt idx="424">
                  <c:v>42.5</c:v>
                </c:pt>
                <c:pt idx="425">
                  <c:v>42.6</c:v>
                </c:pt>
                <c:pt idx="426">
                  <c:v>42.7</c:v>
                </c:pt>
                <c:pt idx="427">
                  <c:v>42.8</c:v>
                </c:pt>
                <c:pt idx="428">
                  <c:v>42.9</c:v>
                </c:pt>
                <c:pt idx="429">
                  <c:v>43</c:v>
                </c:pt>
                <c:pt idx="430">
                  <c:v>43.1</c:v>
                </c:pt>
                <c:pt idx="431">
                  <c:v>43.2</c:v>
                </c:pt>
                <c:pt idx="432">
                  <c:v>43.3</c:v>
                </c:pt>
                <c:pt idx="433">
                  <c:v>43.4</c:v>
                </c:pt>
                <c:pt idx="434">
                  <c:v>43.5</c:v>
                </c:pt>
                <c:pt idx="435">
                  <c:v>43.6</c:v>
                </c:pt>
                <c:pt idx="436">
                  <c:v>43.7</c:v>
                </c:pt>
                <c:pt idx="437">
                  <c:v>43.8</c:v>
                </c:pt>
                <c:pt idx="438">
                  <c:v>43.9</c:v>
                </c:pt>
                <c:pt idx="439">
                  <c:v>44</c:v>
                </c:pt>
                <c:pt idx="440">
                  <c:v>44.1</c:v>
                </c:pt>
                <c:pt idx="441">
                  <c:v>44.2</c:v>
                </c:pt>
                <c:pt idx="442">
                  <c:v>44.3</c:v>
                </c:pt>
                <c:pt idx="443">
                  <c:v>44.4</c:v>
                </c:pt>
                <c:pt idx="444">
                  <c:v>44.5</c:v>
                </c:pt>
                <c:pt idx="445">
                  <c:v>44.6</c:v>
                </c:pt>
                <c:pt idx="446">
                  <c:v>44.7</c:v>
                </c:pt>
                <c:pt idx="447">
                  <c:v>44.8</c:v>
                </c:pt>
                <c:pt idx="448">
                  <c:v>44.9</c:v>
                </c:pt>
                <c:pt idx="449">
                  <c:v>45</c:v>
                </c:pt>
                <c:pt idx="450">
                  <c:v>45.1</c:v>
                </c:pt>
                <c:pt idx="451">
                  <c:v>45.2</c:v>
                </c:pt>
                <c:pt idx="452">
                  <c:v>45.3</c:v>
                </c:pt>
                <c:pt idx="453">
                  <c:v>45.4</c:v>
                </c:pt>
                <c:pt idx="454">
                  <c:v>45.5</c:v>
                </c:pt>
                <c:pt idx="455">
                  <c:v>45.6</c:v>
                </c:pt>
                <c:pt idx="456">
                  <c:v>45.7</c:v>
                </c:pt>
                <c:pt idx="457">
                  <c:v>45.8</c:v>
                </c:pt>
                <c:pt idx="458">
                  <c:v>45.9</c:v>
                </c:pt>
                <c:pt idx="459">
                  <c:v>46</c:v>
                </c:pt>
                <c:pt idx="460">
                  <c:v>46.1</c:v>
                </c:pt>
                <c:pt idx="461">
                  <c:v>46.2</c:v>
                </c:pt>
                <c:pt idx="462">
                  <c:v>46.3</c:v>
                </c:pt>
                <c:pt idx="463">
                  <c:v>46.4</c:v>
                </c:pt>
                <c:pt idx="464">
                  <c:v>46.5</c:v>
                </c:pt>
                <c:pt idx="465">
                  <c:v>46.6</c:v>
                </c:pt>
                <c:pt idx="466">
                  <c:v>46.7</c:v>
                </c:pt>
                <c:pt idx="467">
                  <c:v>46.8</c:v>
                </c:pt>
                <c:pt idx="468">
                  <c:v>46.9</c:v>
                </c:pt>
                <c:pt idx="469">
                  <c:v>47</c:v>
                </c:pt>
                <c:pt idx="470">
                  <c:v>47.1</c:v>
                </c:pt>
                <c:pt idx="471">
                  <c:v>47.2</c:v>
                </c:pt>
                <c:pt idx="472">
                  <c:v>47.3</c:v>
                </c:pt>
                <c:pt idx="473">
                  <c:v>47.4</c:v>
                </c:pt>
                <c:pt idx="474">
                  <c:v>47.5</c:v>
                </c:pt>
                <c:pt idx="475">
                  <c:v>47.6</c:v>
                </c:pt>
                <c:pt idx="476">
                  <c:v>47.7</c:v>
                </c:pt>
                <c:pt idx="477">
                  <c:v>47.8</c:v>
                </c:pt>
                <c:pt idx="478">
                  <c:v>47.9</c:v>
                </c:pt>
                <c:pt idx="479">
                  <c:v>48</c:v>
                </c:pt>
                <c:pt idx="480">
                  <c:v>48.1</c:v>
                </c:pt>
                <c:pt idx="481">
                  <c:v>48.2</c:v>
                </c:pt>
                <c:pt idx="482">
                  <c:v>48.3</c:v>
                </c:pt>
                <c:pt idx="483">
                  <c:v>48.4</c:v>
                </c:pt>
                <c:pt idx="484">
                  <c:v>48.5</c:v>
                </c:pt>
                <c:pt idx="485">
                  <c:v>48.6</c:v>
                </c:pt>
                <c:pt idx="486">
                  <c:v>48.7</c:v>
                </c:pt>
                <c:pt idx="487">
                  <c:v>48.8</c:v>
                </c:pt>
                <c:pt idx="488">
                  <c:v>48.9</c:v>
                </c:pt>
                <c:pt idx="489">
                  <c:v>49</c:v>
                </c:pt>
                <c:pt idx="490">
                  <c:v>49.1</c:v>
                </c:pt>
                <c:pt idx="491">
                  <c:v>49.2</c:v>
                </c:pt>
                <c:pt idx="492">
                  <c:v>49.3</c:v>
                </c:pt>
                <c:pt idx="493">
                  <c:v>49.4</c:v>
                </c:pt>
                <c:pt idx="494">
                  <c:v>49.5</c:v>
                </c:pt>
                <c:pt idx="495">
                  <c:v>49.6</c:v>
                </c:pt>
                <c:pt idx="496">
                  <c:v>49.7</c:v>
                </c:pt>
                <c:pt idx="497">
                  <c:v>49.8</c:v>
                </c:pt>
                <c:pt idx="498">
                  <c:v>49.9</c:v>
                </c:pt>
                <c:pt idx="499">
                  <c:v>50</c:v>
                </c:pt>
                <c:pt idx="500">
                  <c:v>50.1</c:v>
                </c:pt>
                <c:pt idx="501">
                  <c:v>50.2</c:v>
                </c:pt>
                <c:pt idx="502">
                  <c:v>50.3</c:v>
                </c:pt>
                <c:pt idx="503">
                  <c:v>50.4</c:v>
                </c:pt>
                <c:pt idx="504">
                  <c:v>50.5</c:v>
                </c:pt>
                <c:pt idx="505">
                  <c:v>50.6</c:v>
                </c:pt>
                <c:pt idx="506">
                  <c:v>50.7</c:v>
                </c:pt>
                <c:pt idx="507">
                  <c:v>50.8</c:v>
                </c:pt>
                <c:pt idx="508">
                  <c:v>50.9</c:v>
                </c:pt>
                <c:pt idx="509">
                  <c:v>51</c:v>
                </c:pt>
                <c:pt idx="510">
                  <c:v>51.1</c:v>
                </c:pt>
                <c:pt idx="511">
                  <c:v>51.2</c:v>
                </c:pt>
                <c:pt idx="512">
                  <c:v>51.3</c:v>
                </c:pt>
                <c:pt idx="513">
                  <c:v>51.4</c:v>
                </c:pt>
                <c:pt idx="514">
                  <c:v>51.5</c:v>
                </c:pt>
                <c:pt idx="515">
                  <c:v>51.6</c:v>
                </c:pt>
                <c:pt idx="516">
                  <c:v>51.7</c:v>
                </c:pt>
                <c:pt idx="517">
                  <c:v>51.8</c:v>
                </c:pt>
                <c:pt idx="518">
                  <c:v>51.9</c:v>
                </c:pt>
                <c:pt idx="519">
                  <c:v>52</c:v>
                </c:pt>
                <c:pt idx="520">
                  <c:v>52.1</c:v>
                </c:pt>
                <c:pt idx="521">
                  <c:v>52.2</c:v>
                </c:pt>
                <c:pt idx="522">
                  <c:v>52.3</c:v>
                </c:pt>
                <c:pt idx="523">
                  <c:v>52.4</c:v>
                </c:pt>
                <c:pt idx="524">
                  <c:v>52.5</c:v>
                </c:pt>
                <c:pt idx="525">
                  <c:v>52.6</c:v>
                </c:pt>
                <c:pt idx="526">
                  <c:v>52.7</c:v>
                </c:pt>
                <c:pt idx="527">
                  <c:v>52.8</c:v>
                </c:pt>
                <c:pt idx="528">
                  <c:v>52.9</c:v>
                </c:pt>
                <c:pt idx="529">
                  <c:v>53</c:v>
                </c:pt>
                <c:pt idx="530">
                  <c:v>53.1</c:v>
                </c:pt>
                <c:pt idx="531">
                  <c:v>53.2</c:v>
                </c:pt>
                <c:pt idx="532">
                  <c:v>53.3</c:v>
                </c:pt>
                <c:pt idx="533">
                  <c:v>53.4</c:v>
                </c:pt>
                <c:pt idx="534">
                  <c:v>53.5</c:v>
                </c:pt>
                <c:pt idx="535">
                  <c:v>53.6</c:v>
                </c:pt>
                <c:pt idx="536">
                  <c:v>53.7</c:v>
                </c:pt>
                <c:pt idx="537">
                  <c:v>53.8</c:v>
                </c:pt>
                <c:pt idx="538">
                  <c:v>53.9</c:v>
                </c:pt>
                <c:pt idx="539">
                  <c:v>54</c:v>
                </c:pt>
                <c:pt idx="540">
                  <c:v>54.1</c:v>
                </c:pt>
                <c:pt idx="541">
                  <c:v>54.2</c:v>
                </c:pt>
                <c:pt idx="542">
                  <c:v>54.3</c:v>
                </c:pt>
                <c:pt idx="543">
                  <c:v>54.4</c:v>
                </c:pt>
                <c:pt idx="544">
                  <c:v>54.5</c:v>
                </c:pt>
                <c:pt idx="545">
                  <c:v>54.6</c:v>
                </c:pt>
                <c:pt idx="546">
                  <c:v>54.7</c:v>
                </c:pt>
                <c:pt idx="547">
                  <c:v>54.8</c:v>
                </c:pt>
                <c:pt idx="548">
                  <c:v>54.9</c:v>
                </c:pt>
                <c:pt idx="549">
                  <c:v>55</c:v>
                </c:pt>
                <c:pt idx="550">
                  <c:v>55.1</c:v>
                </c:pt>
                <c:pt idx="551">
                  <c:v>55.2</c:v>
                </c:pt>
                <c:pt idx="552">
                  <c:v>55.3</c:v>
                </c:pt>
                <c:pt idx="553">
                  <c:v>55.4</c:v>
                </c:pt>
                <c:pt idx="554">
                  <c:v>55.5</c:v>
                </c:pt>
                <c:pt idx="555">
                  <c:v>55.6</c:v>
                </c:pt>
                <c:pt idx="556">
                  <c:v>55.7</c:v>
                </c:pt>
                <c:pt idx="557">
                  <c:v>55.8</c:v>
                </c:pt>
                <c:pt idx="558">
                  <c:v>55.9</c:v>
                </c:pt>
                <c:pt idx="559">
                  <c:v>56</c:v>
                </c:pt>
                <c:pt idx="560">
                  <c:v>56.1</c:v>
                </c:pt>
                <c:pt idx="561">
                  <c:v>56.2</c:v>
                </c:pt>
                <c:pt idx="562">
                  <c:v>56.3</c:v>
                </c:pt>
                <c:pt idx="563">
                  <c:v>56.4</c:v>
                </c:pt>
                <c:pt idx="564">
                  <c:v>56.5</c:v>
                </c:pt>
                <c:pt idx="565">
                  <c:v>56.6</c:v>
                </c:pt>
                <c:pt idx="566">
                  <c:v>56.7</c:v>
                </c:pt>
                <c:pt idx="567">
                  <c:v>56.8</c:v>
                </c:pt>
                <c:pt idx="568">
                  <c:v>56.9</c:v>
                </c:pt>
                <c:pt idx="569">
                  <c:v>57</c:v>
                </c:pt>
                <c:pt idx="570">
                  <c:v>57.1</c:v>
                </c:pt>
                <c:pt idx="571">
                  <c:v>57.2</c:v>
                </c:pt>
                <c:pt idx="572">
                  <c:v>57.3</c:v>
                </c:pt>
                <c:pt idx="573">
                  <c:v>57.4</c:v>
                </c:pt>
                <c:pt idx="574">
                  <c:v>57.5</c:v>
                </c:pt>
                <c:pt idx="575">
                  <c:v>57.6</c:v>
                </c:pt>
                <c:pt idx="576">
                  <c:v>57.7</c:v>
                </c:pt>
                <c:pt idx="577">
                  <c:v>57.8</c:v>
                </c:pt>
                <c:pt idx="578">
                  <c:v>57.9</c:v>
                </c:pt>
                <c:pt idx="579">
                  <c:v>58</c:v>
                </c:pt>
                <c:pt idx="580">
                  <c:v>58.1</c:v>
                </c:pt>
                <c:pt idx="581">
                  <c:v>58.2</c:v>
                </c:pt>
                <c:pt idx="582">
                  <c:v>58.3</c:v>
                </c:pt>
                <c:pt idx="583">
                  <c:v>58.4</c:v>
                </c:pt>
                <c:pt idx="584">
                  <c:v>58.5</c:v>
                </c:pt>
                <c:pt idx="585">
                  <c:v>58.6</c:v>
                </c:pt>
                <c:pt idx="586">
                  <c:v>58.7</c:v>
                </c:pt>
                <c:pt idx="587">
                  <c:v>58.8</c:v>
                </c:pt>
                <c:pt idx="588">
                  <c:v>58.9</c:v>
                </c:pt>
                <c:pt idx="589">
                  <c:v>59</c:v>
                </c:pt>
                <c:pt idx="590">
                  <c:v>59.1</c:v>
                </c:pt>
                <c:pt idx="591">
                  <c:v>59.2</c:v>
                </c:pt>
                <c:pt idx="592">
                  <c:v>59.3</c:v>
                </c:pt>
                <c:pt idx="593">
                  <c:v>59.4</c:v>
                </c:pt>
                <c:pt idx="594">
                  <c:v>59.5</c:v>
                </c:pt>
                <c:pt idx="595">
                  <c:v>59.6</c:v>
                </c:pt>
                <c:pt idx="596">
                  <c:v>59.7</c:v>
                </c:pt>
                <c:pt idx="597">
                  <c:v>59.8</c:v>
                </c:pt>
                <c:pt idx="598">
                  <c:v>59.9</c:v>
                </c:pt>
                <c:pt idx="599">
                  <c:v>60</c:v>
                </c:pt>
                <c:pt idx="600">
                  <c:v>60.1</c:v>
                </c:pt>
                <c:pt idx="601">
                  <c:v>60.2</c:v>
                </c:pt>
                <c:pt idx="602">
                  <c:v>60.3</c:v>
                </c:pt>
                <c:pt idx="603">
                  <c:v>60.4</c:v>
                </c:pt>
                <c:pt idx="604">
                  <c:v>60.5</c:v>
                </c:pt>
                <c:pt idx="605">
                  <c:v>60.6</c:v>
                </c:pt>
                <c:pt idx="606">
                  <c:v>60.7</c:v>
                </c:pt>
                <c:pt idx="607">
                  <c:v>60.8</c:v>
                </c:pt>
                <c:pt idx="608">
                  <c:v>60.9</c:v>
                </c:pt>
                <c:pt idx="609">
                  <c:v>61</c:v>
                </c:pt>
                <c:pt idx="610">
                  <c:v>61.1</c:v>
                </c:pt>
                <c:pt idx="611">
                  <c:v>61.2</c:v>
                </c:pt>
                <c:pt idx="612">
                  <c:v>61.3</c:v>
                </c:pt>
                <c:pt idx="613">
                  <c:v>61.4</c:v>
                </c:pt>
                <c:pt idx="614">
                  <c:v>61.5</c:v>
                </c:pt>
                <c:pt idx="615">
                  <c:v>61.6</c:v>
                </c:pt>
                <c:pt idx="616">
                  <c:v>61.7</c:v>
                </c:pt>
                <c:pt idx="617">
                  <c:v>61.8</c:v>
                </c:pt>
                <c:pt idx="618">
                  <c:v>61.9</c:v>
                </c:pt>
                <c:pt idx="619">
                  <c:v>62</c:v>
                </c:pt>
                <c:pt idx="620">
                  <c:v>62.1</c:v>
                </c:pt>
                <c:pt idx="621">
                  <c:v>62.2</c:v>
                </c:pt>
                <c:pt idx="622">
                  <c:v>62.3</c:v>
                </c:pt>
                <c:pt idx="623">
                  <c:v>62.4</c:v>
                </c:pt>
                <c:pt idx="624">
                  <c:v>62.5</c:v>
                </c:pt>
                <c:pt idx="625">
                  <c:v>62.6</c:v>
                </c:pt>
                <c:pt idx="626">
                  <c:v>62.7</c:v>
                </c:pt>
                <c:pt idx="627">
                  <c:v>62.8</c:v>
                </c:pt>
                <c:pt idx="628">
                  <c:v>62.9</c:v>
                </c:pt>
                <c:pt idx="629">
                  <c:v>63</c:v>
                </c:pt>
                <c:pt idx="630">
                  <c:v>63.1</c:v>
                </c:pt>
                <c:pt idx="631">
                  <c:v>63.2</c:v>
                </c:pt>
                <c:pt idx="632">
                  <c:v>63.3</c:v>
                </c:pt>
                <c:pt idx="633">
                  <c:v>63.4</c:v>
                </c:pt>
                <c:pt idx="634">
                  <c:v>63.5</c:v>
                </c:pt>
                <c:pt idx="635">
                  <c:v>63.6</c:v>
                </c:pt>
                <c:pt idx="636">
                  <c:v>63.7</c:v>
                </c:pt>
                <c:pt idx="637">
                  <c:v>63.8</c:v>
                </c:pt>
                <c:pt idx="638">
                  <c:v>63.9</c:v>
                </c:pt>
                <c:pt idx="639">
                  <c:v>64</c:v>
                </c:pt>
                <c:pt idx="640">
                  <c:v>64.1</c:v>
                </c:pt>
                <c:pt idx="641">
                  <c:v>64.2</c:v>
                </c:pt>
                <c:pt idx="642">
                  <c:v>64.3</c:v>
                </c:pt>
                <c:pt idx="643">
                  <c:v>64.4</c:v>
                </c:pt>
                <c:pt idx="644">
                  <c:v>64.5</c:v>
                </c:pt>
                <c:pt idx="645">
                  <c:v>64.6</c:v>
                </c:pt>
                <c:pt idx="646">
                  <c:v>64.7</c:v>
                </c:pt>
                <c:pt idx="647">
                  <c:v>64.8</c:v>
                </c:pt>
                <c:pt idx="648">
                  <c:v>64.9</c:v>
                </c:pt>
                <c:pt idx="649">
                  <c:v>65</c:v>
                </c:pt>
                <c:pt idx="650">
                  <c:v>65.1</c:v>
                </c:pt>
                <c:pt idx="651">
                  <c:v>65.2</c:v>
                </c:pt>
                <c:pt idx="652">
                  <c:v>65.3</c:v>
                </c:pt>
                <c:pt idx="653">
                  <c:v>65.4</c:v>
                </c:pt>
                <c:pt idx="654">
                  <c:v>65.5</c:v>
                </c:pt>
                <c:pt idx="655">
                  <c:v>65.6</c:v>
                </c:pt>
                <c:pt idx="656">
                  <c:v>65.7</c:v>
                </c:pt>
                <c:pt idx="657">
                  <c:v>65.8</c:v>
                </c:pt>
                <c:pt idx="658">
                  <c:v>65.9</c:v>
                </c:pt>
                <c:pt idx="659">
                  <c:v>66</c:v>
                </c:pt>
                <c:pt idx="660">
                  <c:v>66.1</c:v>
                </c:pt>
                <c:pt idx="661">
                  <c:v>66.2</c:v>
                </c:pt>
                <c:pt idx="662">
                  <c:v>66.3</c:v>
                </c:pt>
                <c:pt idx="663">
                  <c:v>66.4</c:v>
                </c:pt>
                <c:pt idx="664">
                  <c:v>66.5</c:v>
                </c:pt>
                <c:pt idx="665">
                  <c:v>66.6</c:v>
                </c:pt>
                <c:pt idx="666">
                  <c:v>66.7</c:v>
                </c:pt>
                <c:pt idx="667">
                  <c:v>66.8</c:v>
                </c:pt>
                <c:pt idx="668">
                  <c:v>66.9</c:v>
                </c:pt>
                <c:pt idx="669">
                  <c:v>67</c:v>
                </c:pt>
                <c:pt idx="670">
                  <c:v>67.1</c:v>
                </c:pt>
                <c:pt idx="671">
                  <c:v>67.2</c:v>
                </c:pt>
                <c:pt idx="672">
                  <c:v>67.3</c:v>
                </c:pt>
                <c:pt idx="673">
                  <c:v>67.4</c:v>
                </c:pt>
                <c:pt idx="674">
                  <c:v>67.5</c:v>
                </c:pt>
                <c:pt idx="675">
                  <c:v>67.6</c:v>
                </c:pt>
                <c:pt idx="676">
                  <c:v>67.7</c:v>
                </c:pt>
                <c:pt idx="677">
                  <c:v>67.8</c:v>
                </c:pt>
                <c:pt idx="678">
                  <c:v>67.9</c:v>
                </c:pt>
                <c:pt idx="679">
                  <c:v>68</c:v>
                </c:pt>
                <c:pt idx="680">
                  <c:v>68.1</c:v>
                </c:pt>
                <c:pt idx="681">
                  <c:v>68.2</c:v>
                </c:pt>
                <c:pt idx="682">
                  <c:v>68.3</c:v>
                </c:pt>
                <c:pt idx="683">
                  <c:v>68.4</c:v>
                </c:pt>
                <c:pt idx="684">
                  <c:v>68.5</c:v>
                </c:pt>
                <c:pt idx="685">
                  <c:v>68.6</c:v>
                </c:pt>
                <c:pt idx="686">
                  <c:v>68.7</c:v>
                </c:pt>
                <c:pt idx="687">
                  <c:v>68.8</c:v>
                </c:pt>
                <c:pt idx="688">
                  <c:v>68.9</c:v>
                </c:pt>
                <c:pt idx="689">
                  <c:v>69</c:v>
                </c:pt>
                <c:pt idx="690">
                  <c:v>69.1</c:v>
                </c:pt>
                <c:pt idx="691">
                  <c:v>69.2</c:v>
                </c:pt>
                <c:pt idx="692">
                  <c:v>69.3</c:v>
                </c:pt>
                <c:pt idx="693">
                  <c:v>69.4</c:v>
                </c:pt>
                <c:pt idx="694">
                  <c:v>69.5</c:v>
                </c:pt>
                <c:pt idx="695">
                  <c:v>69.6</c:v>
                </c:pt>
                <c:pt idx="696">
                  <c:v>69.7</c:v>
                </c:pt>
                <c:pt idx="697">
                  <c:v>69.8</c:v>
                </c:pt>
                <c:pt idx="698">
                  <c:v>69.9</c:v>
                </c:pt>
                <c:pt idx="699">
                  <c:v>70</c:v>
                </c:pt>
                <c:pt idx="700">
                  <c:v>70.1</c:v>
                </c:pt>
                <c:pt idx="701">
                  <c:v>70.2</c:v>
                </c:pt>
                <c:pt idx="702">
                  <c:v>70.3</c:v>
                </c:pt>
                <c:pt idx="703">
                  <c:v>70.4</c:v>
                </c:pt>
                <c:pt idx="704">
                  <c:v>70.5</c:v>
                </c:pt>
                <c:pt idx="705">
                  <c:v>70.6</c:v>
                </c:pt>
                <c:pt idx="706">
                  <c:v>70.7</c:v>
                </c:pt>
                <c:pt idx="707">
                  <c:v>70.8</c:v>
                </c:pt>
                <c:pt idx="708">
                  <c:v>70.9</c:v>
                </c:pt>
                <c:pt idx="709">
                  <c:v>71</c:v>
                </c:pt>
                <c:pt idx="710">
                  <c:v>71.1</c:v>
                </c:pt>
                <c:pt idx="711">
                  <c:v>71.2</c:v>
                </c:pt>
                <c:pt idx="712">
                  <c:v>71.3</c:v>
                </c:pt>
                <c:pt idx="713">
                  <c:v>71.4</c:v>
                </c:pt>
                <c:pt idx="714">
                  <c:v>71.5</c:v>
                </c:pt>
                <c:pt idx="715">
                  <c:v>71.6</c:v>
                </c:pt>
                <c:pt idx="716">
                  <c:v>71.7</c:v>
                </c:pt>
                <c:pt idx="717">
                  <c:v>71.8</c:v>
                </c:pt>
                <c:pt idx="718">
                  <c:v>71.9</c:v>
                </c:pt>
                <c:pt idx="719">
                  <c:v>72</c:v>
                </c:pt>
                <c:pt idx="720">
                  <c:v>72.1</c:v>
                </c:pt>
                <c:pt idx="721">
                  <c:v>72.2</c:v>
                </c:pt>
                <c:pt idx="722">
                  <c:v>72.3</c:v>
                </c:pt>
                <c:pt idx="723">
                  <c:v>72.4</c:v>
                </c:pt>
                <c:pt idx="724">
                  <c:v>72.5</c:v>
                </c:pt>
                <c:pt idx="725">
                  <c:v>72.6</c:v>
                </c:pt>
                <c:pt idx="726">
                  <c:v>72.7</c:v>
                </c:pt>
                <c:pt idx="727">
                  <c:v>72.8</c:v>
                </c:pt>
                <c:pt idx="728">
                  <c:v>72.9</c:v>
                </c:pt>
                <c:pt idx="729">
                  <c:v>73</c:v>
                </c:pt>
                <c:pt idx="730">
                  <c:v>73.1</c:v>
                </c:pt>
                <c:pt idx="731">
                  <c:v>73.2</c:v>
                </c:pt>
                <c:pt idx="732">
                  <c:v>73.3</c:v>
                </c:pt>
                <c:pt idx="733">
                  <c:v>73.4</c:v>
                </c:pt>
                <c:pt idx="734">
                  <c:v>73.5</c:v>
                </c:pt>
                <c:pt idx="735">
                  <c:v>73.6</c:v>
                </c:pt>
                <c:pt idx="736">
                  <c:v>73.7</c:v>
                </c:pt>
                <c:pt idx="737">
                  <c:v>73.8</c:v>
                </c:pt>
                <c:pt idx="738">
                  <c:v>73.9</c:v>
                </c:pt>
                <c:pt idx="739">
                  <c:v>74</c:v>
                </c:pt>
                <c:pt idx="740">
                  <c:v>74.1</c:v>
                </c:pt>
                <c:pt idx="741">
                  <c:v>74.2</c:v>
                </c:pt>
                <c:pt idx="742">
                  <c:v>74.3</c:v>
                </c:pt>
                <c:pt idx="743">
                  <c:v>74.4</c:v>
                </c:pt>
                <c:pt idx="744">
                  <c:v>74.5</c:v>
                </c:pt>
                <c:pt idx="745">
                  <c:v>74.6</c:v>
                </c:pt>
                <c:pt idx="746">
                  <c:v>74.7</c:v>
                </c:pt>
                <c:pt idx="747">
                  <c:v>74.8</c:v>
                </c:pt>
                <c:pt idx="748">
                  <c:v>74.9</c:v>
                </c:pt>
                <c:pt idx="749">
                  <c:v>75</c:v>
                </c:pt>
                <c:pt idx="750">
                  <c:v>75.1</c:v>
                </c:pt>
                <c:pt idx="751">
                  <c:v>75.2</c:v>
                </c:pt>
                <c:pt idx="752">
                  <c:v>75.3</c:v>
                </c:pt>
                <c:pt idx="753">
                  <c:v>75.4</c:v>
                </c:pt>
                <c:pt idx="754">
                  <c:v>75.5</c:v>
                </c:pt>
                <c:pt idx="755">
                  <c:v>75.6</c:v>
                </c:pt>
                <c:pt idx="756">
                  <c:v>75.7</c:v>
                </c:pt>
                <c:pt idx="757">
                  <c:v>75.8</c:v>
                </c:pt>
                <c:pt idx="758">
                  <c:v>75.9</c:v>
                </c:pt>
                <c:pt idx="759">
                  <c:v>76</c:v>
                </c:pt>
                <c:pt idx="760">
                  <c:v>76.1</c:v>
                </c:pt>
                <c:pt idx="761">
                  <c:v>76.2</c:v>
                </c:pt>
                <c:pt idx="762">
                  <c:v>76.3</c:v>
                </c:pt>
                <c:pt idx="763">
                  <c:v>76.4</c:v>
                </c:pt>
                <c:pt idx="764">
                  <c:v>76.5</c:v>
                </c:pt>
                <c:pt idx="765">
                  <c:v>76.6</c:v>
                </c:pt>
                <c:pt idx="766">
                  <c:v>76.7</c:v>
                </c:pt>
                <c:pt idx="767">
                  <c:v>76.8</c:v>
                </c:pt>
                <c:pt idx="768">
                  <c:v>76.9</c:v>
                </c:pt>
                <c:pt idx="769">
                  <c:v>77</c:v>
                </c:pt>
                <c:pt idx="770">
                  <c:v>77.1</c:v>
                </c:pt>
                <c:pt idx="771">
                  <c:v>77.2</c:v>
                </c:pt>
                <c:pt idx="772">
                  <c:v>77.3</c:v>
                </c:pt>
                <c:pt idx="773">
                  <c:v>77.4</c:v>
                </c:pt>
                <c:pt idx="774">
                  <c:v>77.5</c:v>
                </c:pt>
                <c:pt idx="775">
                  <c:v>77.6</c:v>
                </c:pt>
                <c:pt idx="776">
                  <c:v>77.7</c:v>
                </c:pt>
                <c:pt idx="777">
                  <c:v>77.8</c:v>
                </c:pt>
                <c:pt idx="778">
                  <c:v>77.9</c:v>
                </c:pt>
                <c:pt idx="779">
                  <c:v>78</c:v>
                </c:pt>
                <c:pt idx="780">
                  <c:v>78.1</c:v>
                </c:pt>
                <c:pt idx="781">
                  <c:v>78.2</c:v>
                </c:pt>
                <c:pt idx="782">
                  <c:v>78.3</c:v>
                </c:pt>
                <c:pt idx="783">
                  <c:v>78.4</c:v>
                </c:pt>
                <c:pt idx="784">
                  <c:v>78.5</c:v>
                </c:pt>
                <c:pt idx="785">
                  <c:v>78.6</c:v>
                </c:pt>
                <c:pt idx="786">
                  <c:v>78.7</c:v>
                </c:pt>
                <c:pt idx="787">
                  <c:v>78.8</c:v>
                </c:pt>
                <c:pt idx="788">
                  <c:v>78.9</c:v>
                </c:pt>
                <c:pt idx="789">
                  <c:v>79</c:v>
                </c:pt>
                <c:pt idx="790">
                  <c:v>79.1</c:v>
                </c:pt>
                <c:pt idx="791">
                  <c:v>79.2</c:v>
                </c:pt>
                <c:pt idx="792">
                  <c:v>79.3</c:v>
                </c:pt>
                <c:pt idx="793">
                  <c:v>79.4</c:v>
                </c:pt>
                <c:pt idx="794">
                  <c:v>79.5</c:v>
                </c:pt>
                <c:pt idx="795">
                  <c:v>79.6</c:v>
                </c:pt>
                <c:pt idx="796">
                  <c:v>79.7</c:v>
                </c:pt>
                <c:pt idx="797">
                  <c:v>79.8</c:v>
                </c:pt>
                <c:pt idx="798">
                  <c:v>79.9</c:v>
                </c:pt>
                <c:pt idx="799">
                  <c:v>80</c:v>
                </c:pt>
              </c:numCache>
            </c:numRef>
          </c:xVal>
          <c:yVal>
            <c:numRef>
              <c:f>'Chart Data'!$B$2:$B$801</c:f>
              <c:numCache>
                <c:formatCode>0</c:formatCode>
                <c:ptCount val="800"/>
                <c:pt idx="0">
                  <c:v>9.28</c:v>
                </c:pt>
                <c:pt idx="1">
                  <c:v>10.01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10.01</c:v>
                </c:pt>
                <c:pt idx="37">
                  <c:v>9.4</c:v>
                </c:pt>
                <c:pt idx="38">
                  <c:v>13.64</c:v>
                </c:pt>
                <c:pt idx="39">
                  <c:v>10.33</c:v>
                </c:pt>
                <c:pt idx="40">
                  <c:v>15.88</c:v>
                </c:pt>
                <c:pt idx="41">
                  <c:v>12.92</c:v>
                </c:pt>
                <c:pt idx="42">
                  <c:v>15.95</c:v>
                </c:pt>
                <c:pt idx="43">
                  <c:v>19.13</c:v>
                </c:pt>
                <c:pt idx="44">
                  <c:v>18.21</c:v>
                </c:pt>
                <c:pt idx="45">
                  <c:v>19.96</c:v>
                </c:pt>
                <c:pt idx="46">
                  <c:v>19.37</c:v>
                </c:pt>
                <c:pt idx="47">
                  <c:v>18.87</c:v>
                </c:pt>
                <c:pt idx="48">
                  <c:v>24.05</c:v>
                </c:pt>
                <c:pt idx="49">
                  <c:v>16.57</c:v>
                </c:pt>
                <c:pt idx="50">
                  <c:v>11.46</c:v>
                </c:pt>
                <c:pt idx="51">
                  <c:v>15.57</c:v>
                </c:pt>
                <c:pt idx="52">
                  <c:v>18.15</c:v>
                </c:pt>
                <c:pt idx="53">
                  <c:v>26.39</c:v>
                </c:pt>
                <c:pt idx="54">
                  <c:v>26.59</c:v>
                </c:pt>
                <c:pt idx="55">
                  <c:v>37.29</c:v>
                </c:pt>
                <c:pt idx="56">
                  <c:v>38.45</c:v>
                </c:pt>
                <c:pt idx="57">
                  <c:v>40.42</c:v>
                </c:pt>
                <c:pt idx="58">
                  <c:v>32.48</c:v>
                </c:pt>
                <c:pt idx="59">
                  <c:v>38.83</c:v>
                </c:pt>
                <c:pt idx="60">
                  <c:v>40.58</c:v>
                </c:pt>
                <c:pt idx="61">
                  <c:v>39.82</c:v>
                </c:pt>
                <c:pt idx="62">
                  <c:v>31.22</c:v>
                </c:pt>
                <c:pt idx="63">
                  <c:v>47.64</c:v>
                </c:pt>
                <c:pt idx="64">
                  <c:v>46.52</c:v>
                </c:pt>
                <c:pt idx="65">
                  <c:v>36.91</c:v>
                </c:pt>
                <c:pt idx="66">
                  <c:v>49</c:v>
                </c:pt>
                <c:pt idx="67">
                  <c:v>41.09</c:v>
                </c:pt>
                <c:pt idx="68">
                  <c:v>45.76</c:v>
                </c:pt>
                <c:pt idx="69">
                  <c:v>49.72</c:v>
                </c:pt>
                <c:pt idx="70">
                  <c:v>48.56</c:v>
                </c:pt>
                <c:pt idx="71">
                  <c:v>51.17</c:v>
                </c:pt>
                <c:pt idx="72">
                  <c:v>56.72</c:v>
                </c:pt>
                <c:pt idx="73">
                  <c:v>49.66</c:v>
                </c:pt>
                <c:pt idx="74">
                  <c:v>42.5</c:v>
                </c:pt>
                <c:pt idx="75">
                  <c:v>39.93</c:v>
                </c:pt>
                <c:pt idx="76">
                  <c:v>45.21</c:v>
                </c:pt>
                <c:pt idx="77">
                  <c:v>45.06</c:v>
                </c:pt>
                <c:pt idx="78">
                  <c:v>43.5</c:v>
                </c:pt>
                <c:pt idx="79">
                  <c:v>46.57</c:v>
                </c:pt>
                <c:pt idx="80">
                  <c:v>31.92</c:v>
                </c:pt>
                <c:pt idx="81">
                  <c:v>49.23</c:v>
                </c:pt>
                <c:pt idx="82">
                  <c:v>45.91</c:v>
                </c:pt>
                <c:pt idx="83">
                  <c:v>52.12</c:v>
                </c:pt>
                <c:pt idx="84">
                  <c:v>51.67</c:v>
                </c:pt>
                <c:pt idx="85">
                  <c:v>42.47</c:v>
                </c:pt>
                <c:pt idx="86">
                  <c:v>48.43</c:v>
                </c:pt>
                <c:pt idx="87">
                  <c:v>47.21</c:v>
                </c:pt>
                <c:pt idx="88">
                  <c:v>44.94</c:v>
                </c:pt>
                <c:pt idx="89">
                  <c:v>37.05</c:v>
                </c:pt>
                <c:pt idx="90">
                  <c:v>43.77</c:v>
                </c:pt>
                <c:pt idx="91">
                  <c:v>45.32</c:v>
                </c:pt>
                <c:pt idx="92">
                  <c:v>49.05</c:v>
                </c:pt>
                <c:pt idx="93">
                  <c:v>43.08</c:v>
                </c:pt>
                <c:pt idx="94">
                  <c:v>33.16</c:v>
                </c:pt>
                <c:pt idx="95">
                  <c:v>50.53</c:v>
                </c:pt>
                <c:pt idx="96">
                  <c:v>39.25</c:v>
                </c:pt>
                <c:pt idx="97">
                  <c:v>55.51</c:v>
                </c:pt>
                <c:pt idx="98">
                  <c:v>42.25</c:v>
                </c:pt>
                <c:pt idx="99">
                  <c:v>53.43</c:v>
                </c:pt>
                <c:pt idx="100">
                  <c:v>63.35</c:v>
                </c:pt>
                <c:pt idx="101">
                  <c:v>62.34</c:v>
                </c:pt>
                <c:pt idx="102">
                  <c:v>55.97</c:v>
                </c:pt>
                <c:pt idx="103">
                  <c:v>63.8</c:v>
                </c:pt>
                <c:pt idx="104">
                  <c:v>66.43</c:v>
                </c:pt>
                <c:pt idx="105">
                  <c:v>58.3</c:v>
                </c:pt>
                <c:pt idx="106">
                  <c:v>56.79</c:v>
                </c:pt>
                <c:pt idx="107">
                  <c:v>63.91</c:v>
                </c:pt>
                <c:pt idx="108">
                  <c:v>61.03</c:v>
                </c:pt>
                <c:pt idx="109">
                  <c:v>53.2</c:v>
                </c:pt>
                <c:pt idx="110">
                  <c:v>66.06</c:v>
                </c:pt>
                <c:pt idx="111">
                  <c:v>54.01</c:v>
                </c:pt>
                <c:pt idx="112">
                  <c:v>64.65</c:v>
                </c:pt>
                <c:pt idx="113">
                  <c:v>55.14</c:v>
                </c:pt>
                <c:pt idx="114">
                  <c:v>60.45</c:v>
                </c:pt>
                <c:pt idx="115">
                  <c:v>64.5</c:v>
                </c:pt>
                <c:pt idx="116">
                  <c:v>61.84</c:v>
                </c:pt>
                <c:pt idx="117">
                  <c:v>72.29</c:v>
                </c:pt>
                <c:pt idx="118">
                  <c:v>62.38</c:v>
                </c:pt>
                <c:pt idx="119">
                  <c:v>55.36</c:v>
                </c:pt>
                <c:pt idx="120">
                  <c:v>62.74</c:v>
                </c:pt>
                <c:pt idx="121">
                  <c:v>71.31</c:v>
                </c:pt>
                <c:pt idx="122">
                  <c:v>59.55</c:v>
                </c:pt>
                <c:pt idx="123">
                  <c:v>68.75</c:v>
                </c:pt>
                <c:pt idx="124">
                  <c:v>65.87</c:v>
                </c:pt>
                <c:pt idx="125">
                  <c:v>65.03</c:v>
                </c:pt>
                <c:pt idx="126">
                  <c:v>63.11</c:v>
                </c:pt>
                <c:pt idx="127">
                  <c:v>69.14</c:v>
                </c:pt>
                <c:pt idx="128">
                  <c:v>67.89</c:v>
                </c:pt>
                <c:pt idx="129">
                  <c:v>68.57</c:v>
                </c:pt>
                <c:pt idx="130">
                  <c:v>70.09</c:v>
                </c:pt>
                <c:pt idx="131">
                  <c:v>65.3</c:v>
                </c:pt>
                <c:pt idx="132">
                  <c:v>61.97</c:v>
                </c:pt>
                <c:pt idx="133">
                  <c:v>70.79</c:v>
                </c:pt>
                <c:pt idx="134">
                  <c:v>70.63</c:v>
                </c:pt>
                <c:pt idx="135">
                  <c:v>66.49</c:v>
                </c:pt>
                <c:pt idx="136">
                  <c:v>68.53</c:v>
                </c:pt>
                <c:pt idx="137">
                  <c:v>56.33</c:v>
                </c:pt>
                <c:pt idx="138">
                  <c:v>64.96</c:v>
                </c:pt>
                <c:pt idx="139">
                  <c:v>67.55</c:v>
                </c:pt>
                <c:pt idx="140">
                  <c:v>67.96</c:v>
                </c:pt>
                <c:pt idx="141">
                  <c:v>66.87</c:v>
                </c:pt>
                <c:pt idx="142">
                  <c:v>73.21</c:v>
                </c:pt>
                <c:pt idx="143">
                  <c:v>69.83</c:v>
                </c:pt>
                <c:pt idx="144">
                  <c:v>63.91</c:v>
                </c:pt>
                <c:pt idx="145">
                  <c:v>73.11</c:v>
                </c:pt>
                <c:pt idx="146">
                  <c:v>70.29</c:v>
                </c:pt>
                <c:pt idx="147">
                  <c:v>68.07</c:v>
                </c:pt>
                <c:pt idx="148">
                  <c:v>61.26</c:v>
                </c:pt>
                <c:pt idx="149">
                  <c:v>72.73</c:v>
                </c:pt>
                <c:pt idx="150">
                  <c:v>73.72</c:v>
                </c:pt>
                <c:pt idx="151">
                  <c:v>70.15</c:v>
                </c:pt>
                <c:pt idx="152">
                  <c:v>66.53</c:v>
                </c:pt>
                <c:pt idx="153">
                  <c:v>74.4</c:v>
                </c:pt>
                <c:pt idx="154">
                  <c:v>72.97</c:v>
                </c:pt>
                <c:pt idx="155">
                  <c:v>77.96</c:v>
                </c:pt>
                <c:pt idx="156">
                  <c:v>76.27</c:v>
                </c:pt>
                <c:pt idx="157">
                  <c:v>74.64</c:v>
                </c:pt>
                <c:pt idx="158">
                  <c:v>63.75</c:v>
                </c:pt>
                <c:pt idx="159">
                  <c:v>67.91</c:v>
                </c:pt>
                <c:pt idx="160">
                  <c:v>67.1</c:v>
                </c:pt>
                <c:pt idx="161">
                  <c:v>72.04</c:v>
                </c:pt>
                <c:pt idx="162">
                  <c:v>69.85</c:v>
                </c:pt>
                <c:pt idx="163">
                  <c:v>79.31</c:v>
                </c:pt>
                <c:pt idx="164">
                  <c:v>67.62</c:v>
                </c:pt>
                <c:pt idx="165">
                  <c:v>67.22</c:v>
                </c:pt>
                <c:pt idx="166">
                  <c:v>68.56</c:v>
                </c:pt>
                <c:pt idx="167">
                  <c:v>72.01</c:v>
                </c:pt>
                <c:pt idx="168">
                  <c:v>77.34</c:v>
                </c:pt>
                <c:pt idx="169">
                  <c:v>76.22</c:v>
                </c:pt>
                <c:pt idx="170">
                  <c:v>78.95</c:v>
                </c:pt>
                <c:pt idx="171">
                  <c:v>65.27</c:v>
                </c:pt>
                <c:pt idx="172">
                  <c:v>69.69</c:v>
                </c:pt>
                <c:pt idx="173">
                  <c:v>77.85</c:v>
                </c:pt>
                <c:pt idx="174">
                  <c:v>66.91</c:v>
                </c:pt>
                <c:pt idx="175">
                  <c:v>75.83</c:v>
                </c:pt>
                <c:pt idx="176">
                  <c:v>66.8</c:v>
                </c:pt>
                <c:pt idx="177">
                  <c:v>67.63</c:v>
                </c:pt>
                <c:pt idx="178">
                  <c:v>74.19</c:v>
                </c:pt>
                <c:pt idx="179">
                  <c:v>77.46</c:v>
                </c:pt>
                <c:pt idx="180">
                  <c:v>68.97</c:v>
                </c:pt>
                <c:pt idx="181">
                  <c:v>72.5</c:v>
                </c:pt>
                <c:pt idx="182">
                  <c:v>74.66</c:v>
                </c:pt>
                <c:pt idx="183">
                  <c:v>72.81</c:v>
                </c:pt>
                <c:pt idx="184">
                  <c:v>66.27</c:v>
                </c:pt>
                <c:pt idx="185">
                  <c:v>77.19</c:v>
                </c:pt>
                <c:pt idx="186">
                  <c:v>75.43</c:v>
                </c:pt>
                <c:pt idx="187">
                  <c:v>78.23</c:v>
                </c:pt>
                <c:pt idx="188">
                  <c:v>77.8</c:v>
                </c:pt>
                <c:pt idx="189">
                  <c:v>73.45</c:v>
                </c:pt>
                <c:pt idx="190">
                  <c:v>72.54</c:v>
                </c:pt>
                <c:pt idx="191">
                  <c:v>75.8</c:v>
                </c:pt>
                <c:pt idx="192">
                  <c:v>67.93</c:v>
                </c:pt>
                <c:pt idx="193">
                  <c:v>73.56</c:v>
                </c:pt>
                <c:pt idx="194">
                  <c:v>65.93</c:v>
                </c:pt>
                <c:pt idx="195">
                  <c:v>70.8</c:v>
                </c:pt>
                <c:pt idx="196">
                  <c:v>76.19</c:v>
                </c:pt>
                <c:pt idx="197">
                  <c:v>79.79</c:v>
                </c:pt>
                <c:pt idx="198">
                  <c:v>66.57</c:v>
                </c:pt>
                <c:pt idx="199">
                  <c:v>70.14</c:v>
                </c:pt>
                <c:pt idx="200">
                  <c:v>71.63</c:v>
                </c:pt>
                <c:pt idx="201">
                  <c:v>71.4</c:v>
                </c:pt>
                <c:pt idx="202">
                  <c:v>71.41</c:v>
                </c:pt>
                <c:pt idx="203">
                  <c:v>70.79</c:v>
                </c:pt>
                <c:pt idx="204">
                  <c:v>67.52</c:v>
                </c:pt>
                <c:pt idx="205">
                  <c:v>77.41</c:v>
                </c:pt>
                <c:pt idx="206">
                  <c:v>69.52</c:v>
                </c:pt>
                <c:pt idx="207">
                  <c:v>72.75</c:v>
                </c:pt>
                <c:pt idx="208">
                  <c:v>76.26</c:v>
                </c:pt>
                <c:pt idx="209">
                  <c:v>66.15</c:v>
                </c:pt>
                <c:pt idx="210">
                  <c:v>75.39</c:v>
                </c:pt>
                <c:pt idx="211">
                  <c:v>78.68</c:v>
                </c:pt>
                <c:pt idx="212">
                  <c:v>74.69</c:v>
                </c:pt>
                <c:pt idx="213">
                  <c:v>76.8</c:v>
                </c:pt>
                <c:pt idx="214">
                  <c:v>66.89</c:v>
                </c:pt>
                <c:pt idx="215">
                  <c:v>66.48</c:v>
                </c:pt>
                <c:pt idx="216">
                  <c:v>71.28</c:v>
                </c:pt>
                <c:pt idx="217">
                  <c:v>81.02</c:v>
                </c:pt>
                <c:pt idx="218">
                  <c:v>78.08</c:v>
                </c:pt>
                <c:pt idx="219">
                  <c:v>75.78</c:v>
                </c:pt>
                <c:pt idx="220">
                  <c:v>75.31</c:v>
                </c:pt>
                <c:pt idx="221">
                  <c:v>71.77</c:v>
                </c:pt>
                <c:pt idx="222">
                  <c:v>75</c:v>
                </c:pt>
                <c:pt idx="223">
                  <c:v>72.09</c:v>
                </c:pt>
                <c:pt idx="224">
                  <c:v>74.69</c:v>
                </c:pt>
                <c:pt idx="225">
                  <c:v>74.97</c:v>
                </c:pt>
                <c:pt idx="226">
                  <c:v>69.06</c:v>
                </c:pt>
                <c:pt idx="227">
                  <c:v>72.5</c:v>
                </c:pt>
                <c:pt idx="228">
                  <c:v>73.12</c:v>
                </c:pt>
                <c:pt idx="229">
                  <c:v>77.82</c:v>
                </c:pt>
                <c:pt idx="230">
                  <c:v>76.51</c:v>
                </c:pt>
                <c:pt idx="231">
                  <c:v>75.84</c:v>
                </c:pt>
                <c:pt idx="232">
                  <c:v>71.23</c:v>
                </c:pt>
                <c:pt idx="233">
                  <c:v>74.35</c:v>
                </c:pt>
                <c:pt idx="234">
                  <c:v>78.72</c:v>
                </c:pt>
                <c:pt idx="235">
                  <c:v>76.92</c:v>
                </c:pt>
                <c:pt idx="236">
                  <c:v>72.75</c:v>
                </c:pt>
                <c:pt idx="237">
                  <c:v>78.59</c:v>
                </c:pt>
                <c:pt idx="238">
                  <c:v>81.19</c:v>
                </c:pt>
                <c:pt idx="239">
                  <c:v>74.7</c:v>
                </c:pt>
                <c:pt idx="240">
                  <c:v>76.13</c:v>
                </c:pt>
                <c:pt idx="241">
                  <c:v>70.77</c:v>
                </c:pt>
                <c:pt idx="242">
                  <c:v>79.28</c:v>
                </c:pt>
                <c:pt idx="243">
                  <c:v>64.59</c:v>
                </c:pt>
                <c:pt idx="244">
                  <c:v>74.7</c:v>
                </c:pt>
                <c:pt idx="245">
                  <c:v>74.26</c:v>
                </c:pt>
                <c:pt idx="246">
                  <c:v>74.67</c:v>
                </c:pt>
                <c:pt idx="247">
                  <c:v>76.98</c:v>
                </c:pt>
                <c:pt idx="248">
                  <c:v>81.72</c:v>
                </c:pt>
                <c:pt idx="249">
                  <c:v>77.23</c:v>
                </c:pt>
                <c:pt idx="250">
                  <c:v>77.26</c:v>
                </c:pt>
                <c:pt idx="251">
                  <c:v>71.48</c:v>
                </c:pt>
                <c:pt idx="252">
                  <c:v>68.74</c:v>
                </c:pt>
                <c:pt idx="253">
                  <c:v>79.89</c:v>
                </c:pt>
                <c:pt idx="254">
                  <c:v>77.24</c:v>
                </c:pt>
                <c:pt idx="255">
                  <c:v>77.37</c:v>
                </c:pt>
                <c:pt idx="256">
                  <c:v>75.88</c:v>
                </c:pt>
                <c:pt idx="257">
                  <c:v>75.42</c:v>
                </c:pt>
                <c:pt idx="258">
                  <c:v>74.28</c:v>
                </c:pt>
                <c:pt idx="259">
                  <c:v>74.77</c:v>
                </c:pt>
                <c:pt idx="260">
                  <c:v>79.05</c:v>
                </c:pt>
                <c:pt idx="261">
                  <c:v>75.68</c:v>
                </c:pt>
                <c:pt idx="262">
                  <c:v>77.85</c:v>
                </c:pt>
                <c:pt idx="263">
                  <c:v>78.09</c:v>
                </c:pt>
                <c:pt idx="264">
                  <c:v>76.61</c:v>
                </c:pt>
                <c:pt idx="265">
                  <c:v>77.77</c:v>
                </c:pt>
                <c:pt idx="266">
                  <c:v>79.76</c:v>
                </c:pt>
                <c:pt idx="267">
                  <c:v>74.65</c:v>
                </c:pt>
                <c:pt idx="268">
                  <c:v>77.83</c:v>
                </c:pt>
                <c:pt idx="269">
                  <c:v>75.73</c:v>
                </c:pt>
                <c:pt idx="270">
                  <c:v>73.33</c:v>
                </c:pt>
                <c:pt idx="271">
                  <c:v>75.46</c:v>
                </c:pt>
                <c:pt idx="272">
                  <c:v>74.66</c:v>
                </c:pt>
                <c:pt idx="273">
                  <c:v>78.1</c:v>
                </c:pt>
                <c:pt idx="274">
                  <c:v>76.04</c:v>
                </c:pt>
                <c:pt idx="275">
                  <c:v>76.1</c:v>
                </c:pt>
                <c:pt idx="276">
                  <c:v>64.69</c:v>
                </c:pt>
                <c:pt idx="277">
                  <c:v>72.64</c:v>
                </c:pt>
                <c:pt idx="278">
                  <c:v>76.53</c:v>
                </c:pt>
                <c:pt idx="279">
                  <c:v>81.24</c:v>
                </c:pt>
                <c:pt idx="280">
                  <c:v>72.51</c:v>
                </c:pt>
                <c:pt idx="281">
                  <c:v>77.86</c:v>
                </c:pt>
                <c:pt idx="282">
                  <c:v>82.3</c:v>
                </c:pt>
                <c:pt idx="283">
                  <c:v>76.44</c:v>
                </c:pt>
                <c:pt idx="284">
                  <c:v>79.44</c:v>
                </c:pt>
                <c:pt idx="285">
                  <c:v>71.34</c:v>
                </c:pt>
                <c:pt idx="286">
                  <c:v>77.61</c:v>
                </c:pt>
                <c:pt idx="287">
                  <c:v>74.66</c:v>
                </c:pt>
                <c:pt idx="288">
                  <c:v>80.55</c:v>
                </c:pt>
                <c:pt idx="289">
                  <c:v>79.89</c:v>
                </c:pt>
                <c:pt idx="290">
                  <c:v>74.99</c:v>
                </c:pt>
                <c:pt idx="291">
                  <c:v>81.29</c:v>
                </c:pt>
                <c:pt idx="292">
                  <c:v>71.75</c:v>
                </c:pt>
                <c:pt idx="293">
                  <c:v>69.93</c:v>
                </c:pt>
                <c:pt idx="294">
                  <c:v>75.37</c:v>
                </c:pt>
                <c:pt idx="295">
                  <c:v>77.64</c:v>
                </c:pt>
                <c:pt idx="296">
                  <c:v>80.65</c:v>
                </c:pt>
                <c:pt idx="297">
                  <c:v>78.58</c:v>
                </c:pt>
                <c:pt idx="298">
                  <c:v>78.11</c:v>
                </c:pt>
                <c:pt idx="299">
                  <c:v>69.85</c:v>
                </c:pt>
                <c:pt idx="300">
                  <c:v>80.45</c:v>
                </c:pt>
                <c:pt idx="301">
                  <c:v>63.31</c:v>
                </c:pt>
                <c:pt idx="302">
                  <c:v>77.7</c:v>
                </c:pt>
                <c:pt idx="303">
                  <c:v>76.64</c:v>
                </c:pt>
                <c:pt idx="304">
                  <c:v>80.15</c:v>
                </c:pt>
                <c:pt idx="305">
                  <c:v>82.03</c:v>
                </c:pt>
                <c:pt idx="306">
                  <c:v>75.59</c:v>
                </c:pt>
                <c:pt idx="307">
                  <c:v>79.88</c:v>
                </c:pt>
                <c:pt idx="308">
                  <c:v>80.02</c:v>
                </c:pt>
                <c:pt idx="309">
                  <c:v>69.07</c:v>
                </c:pt>
                <c:pt idx="310">
                  <c:v>80.49</c:v>
                </c:pt>
                <c:pt idx="311">
                  <c:v>80.93</c:v>
                </c:pt>
                <c:pt idx="312">
                  <c:v>75.38</c:v>
                </c:pt>
                <c:pt idx="313">
                  <c:v>81.84</c:v>
                </c:pt>
                <c:pt idx="314">
                  <c:v>74.51</c:v>
                </c:pt>
                <c:pt idx="315">
                  <c:v>79.6</c:v>
                </c:pt>
                <c:pt idx="316">
                  <c:v>81.54</c:v>
                </c:pt>
                <c:pt idx="317">
                  <c:v>77.35</c:v>
                </c:pt>
                <c:pt idx="318">
                  <c:v>72.78</c:v>
                </c:pt>
                <c:pt idx="319">
                  <c:v>74.64</c:v>
                </c:pt>
                <c:pt idx="320">
                  <c:v>79.53</c:v>
                </c:pt>
                <c:pt idx="321">
                  <c:v>67.16</c:v>
                </c:pt>
                <c:pt idx="322">
                  <c:v>72.95</c:v>
                </c:pt>
                <c:pt idx="323">
                  <c:v>82.03</c:v>
                </c:pt>
                <c:pt idx="324">
                  <c:v>79.55</c:v>
                </c:pt>
                <c:pt idx="325">
                  <c:v>73.75</c:v>
                </c:pt>
                <c:pt idx="326">
                  <c:v>76.15</c:v>
                </c:pt>
                <c:pt idx="327">
                  <c:v>74.56</c:v>
                </c:pt>
                <c:pt idx="328">
                  <c:v>76.5</c:v>
                </c:pt>
                <c:pt idx="329">
                  <c:v>76.58</c:v>
                </c:pt>
                <c:pt idx="330">
                  <c:v>79.59</c:v>
                </c:pt>
                <c:pt idx="331">
                  <c:v>79.55</c:v>
                </c:pt>
                <c:pt idx="332">
                  <c:v>79.4</c:v>
                </c:pt>
                <c:pt idx="333">
                  <c:v>72.31</c:v>
                </c:pt>
                <c:pt idx="334">
                  <c:v>79.25</c:v>
                </c:pt>
                <c:pt idx="335">
                  <c:v>77.11</c:v>
                </c:pt>
                <c:pt idx="336">
                  <c:v>80.54</c:v>
                </c:pt>
                <c:pt idx="337">
                  <c:v>76.97</c:v>
                </c:pt>
                <c:pt idx="338">
                  <c:v>69.18</c:v>
                </c:pt>
                <c:pt idx="339">
                  <c:v>79.21</c:v>
                </c:pt>
                <c:pt idx="340">
                  <c:v>74.76</c:v>
                </c:pt>
                <c:pt idx="341">
                  <c:v>80.58</c:v>
                </c:pt>
                <c:pt idx="342">
                  <c:v>71.2</c:v>
                </c:pt>
                <c:pt idx="343">
                  <c:v>80.19</c:v>
                </c:pt>
                <c:pt idx="344">
                  <c:v>80.34</c:v>
                </c:pt>
                <c:pt idx="345">
                  <c:v>79.38</c:v>
                </c:pt>
                <c:pt idx="346">
                  <c:v>76.37</c:v>
                </c:pt>
                <c:pt idx="347">
                  <c:v>77.97</c:v>
                </c:pt>
                <c:pt idx="348">
                  <c:v>75.67</c:v>
                </c:pt>
                <c:pt idx="349">
                  <c:v>72.41</c:v>
                </c:pt>
                <c:pt idx="350">
                  <c:v>78.73</c:v>
                </c:pt>
                <c:pt idx="351">
                  <c:v>78.69</c:v>
                </c:pt>
                <c:pt idx="352">
                  <c:v>81.4</c:v>
                </c:pt>
                <c:pt idx="353">
                  <c:v>76.33</c:v>
                </c:pt>
                <c:pt idx="354">
                  <c:v>81.71</c:v>
                </c:pt>
                <c:pt idx="355">
                  <c:v>80.49</c:v>
                </c:pt>
                <c:pt idx="356">
                  <c:v>76.53</c:v>
                </c:pt>
                <c:pt idx="357">
                  <c:v>81.53</c:v>
                </c:pt>
                <c:pt idx="358">
                  <c:v>73.56</c:v>
                </c:pt>
                <c:pt idx="359">
                  <c:v>78.57</c:v>
                </c:pt>
                <c:pt idx="360">
                  <c:v>78.27</c:v>
                </c:pt>
                <c:pt idx="361">
                  <c:v>80.03</c:v>
                </c:pt>
                <c:pt idx="362">
                  <c:v>74.58</c:v>
                </c:pt>
                <c:pt idx="363">
                  <c:v>75.33</c:v>
                </c:pt>
                <c:pt idx="364">
                  <c:v>75.94</c:v>
                </c:pt>
                <c:pt idx="365">
                  <c:v>77.3</c:v>
                </c:pt>
                <c:pt idx="366">
                  <c:v>78.71</c:v>
                </c:pt>
                <c:pt idx="367">
                  <c:v>79.77</c:v>
                </c:pt>
                <c:pt idx="368">
                  <c:v>75.72</c:v>
                </c:pt>
                <c:pt idx="369">
                  <c:v>80.26</c:v>
                </c:pt>
                <c:pt idx="370">
                  <c:v>82.75</c:v>
                </c:pt>
                <c:pt idx="371">
                  <c:v>82.77</c:v>
                </c:pt>
                <c:pt idx="372">
                  <c:v>79.79</c:v>
                </c:pt>
                <c:pt idx="373">
                  <c:v>76.57</c:v>
                </c:pt>
                <c:pt idx="374">
                  <c:v>79.65</c:v>
                </c:pt>
                <c:pt idx="375">
                  <c:v>76.64</c:v>
                </c:pt>
                <c:pt idx="376">
                  <c:v>81.87</c:v>
                </c:pt>
                <c:pt idx="377">
                  <c:v>81.44</c:v>
                </c:pt>
                <c:pt idx="378">
                  <c:v>69.37</c:v>
                </c:pt>
                <c:pt idx="379">
                  <c:v>81.38</c:v>
                </c:pt>
                <c:pt idx="380">
                  <c:v>81.39</c:v>
                </c:pt>
                <c:pt idx="381">
                  <c:v>81.15</c:v>
                </c:pt>
                <c:pt idx="382">
                  <c:v>78.41</c:v>
                </c:pt>
                <c:pt idx="383">
                  <c:v>69.42</c:v>
                </c:pt>
                <c:pt idx="384">
                  <c:v>77.25</c:v>
                </c:pt>
                <c:pt idx="385">
                  <c:v>79.93</c:v>
                </c:pt>
                <c:pt idx="386">
                  <c:v>80.61</c:v>
                </c:pt>
                <c:pt idx="387">
                  <c:v>80.32</c:v>
                </c:pt>
                <c:pt idx="388">
                  <c:v>80.82</c:v>
                </c:pt>
                <c:pt idx="389">
                  <c:v>75.56</c:v>
                </c:pt>
                <c:pt idx="390">
                  <c:v>78.69</c:v>
                </c:pt>
                <c:pt idx="391">
                  <c:v>76.34</c:v>
                </c:pt>
                <c:pt idx="392">
                  <c:v>77.85</c:v>
                </c:pt>
                <c:pt idx="393">
                  <c:v>79.69</c:v>
                </c:pt>
                <c:pt idx="394">
                  <c:v>81.09</c:v>
                </c:pt>
                <c:pt idx="395">
                  <c:v>76.66</c:v>
                </c:pt>
                <c:pt idx="396">
                  <c:v>78.35</c:v>
                </c:pt>
                <c:pt idx="397">
                  <c:v>81.79</c:v>
                </c:pt>
                <c:pt idx="398">
                  <c:v>74.65</c:v>
                </c:pt>
                <c:pt idx="399">
                  <c:v>75.43</c:v>
                </c:pt>
                <c:pt idx="400">
                  <c:v>77.24</c:v>
                </c:pt>
                <c:pt idx="401">
                  <c:v>78.5</c:v>
                </c:pt>
                <c:pt idx="402">
                  <c:v>82.11</c:v>
                </c:pt>
                <c:pt idx="403">
                  <c:v>72.76</c:v>
                </c:pt>
                <c:pt idx="404">
                  <c:v>79.97</c:v>
                </c:pt>
                <c:pt idx="405">
                  <c:v>72.44</c:v>
                </c:pt>
                <c:pt idx="406">
                  <c:v>77.09</c:v>
                </c:pt>
                <c:pt idx="407">
                  <c:v>76.84</c:v>
                </c:pt>
                <c:pt idx="408">
                  <c:v>79.84</c:v>
                </c:pt>
                <c:pt idx="409">
                  <c:v>70.49</c:v>
                </c:pt>
                <c:pt idx="410">
                  <c:v>84.05</c:v>
                </c:pt>
                <c:pt idx="411">
                  <c:v>71.03</c:v>
                </c:pt>
                <c:pt idx="412">
                  <c:v>80.79</c:v>
                </c:pt>
                <c:pt idx="413">
                  <c:v>77.31</c:v>
                </c:pt>
                <c:pt idx="414">
                  <c:v>77.21</c:v>
                </c:pt>
                <c:pt idx="415">
                  <c:v>76.52</c:v>
                </c:pt>
                <c:pt idx="416">
                  <c:v>81.88</c:v>
                </c:pt>
                <c:pt idx="417">
                  <c:v>79.63</c:v>
                </c:pt>
                <c:pt idx="418">
                  <c:v>76.57</c:v>
                </c:pt>
                <c:pt idx="419">
                  <c:v>78.54</c:v>
                </c:pt>
                <c:pt idx="420">
                  <c:v>81.19</c:v>
                </c:pt>
                <c:pt idx="421">
                  <c:v>78.04</c:v>
                </c:pt>
                <c:pt idx="422">
                  <c:v>80.93</c:v>
                </c:pt>
                <c:pt idx="423">
                  <c:v>80.04</c:v>
                </c:pt>
                <c:pt idx="424">
                  <c:v>77.36</c:v>
                </c:pt>
                <c:pt idx="425">
                  <c:v>76.04</c:v>
                </c:pt>
                <c:pt idx="426">
                  <c:v>77.56</c:v>
                </c:pt>
                <c:pt idx="427">
                  <c:v>80.47</c:v>
                </c:pt>
                <c:pt idx="428">
                  <c:v>81.29</c:v>
                </c:pt>
                <c:pt idx="429">
                  <c:v>71.75</c:v>
                </c:pt>
                <c:pt idx="430">
                  <c:v>77.28</c:v>
                </c:pt>
                <c:pt idx="431">
                  <c:v>82.38</c:v>
                </c:pt>
                <c:pt idx="432">
                  <c:v>79.37</c:v>
                </c:pt>
                <c:pt idx="433">
                  <c:v>79.6</c:v>
                </c:pt>
                <c:pt idx="434">
                  <c:v>75.76</c:v>
                </c:pt>
                <c:pt idx="435">
                  <c:v>74.8</c:v>
                </c:pt>
                <c:pt idx="436">
                  <c:v>75.29</c:v>
                </c:pt>
                <c:pt idx="437">
                  <c:v>74.73</c:v>
                </c:pt>
                <c:pt idx="438">
                  <c:v>73.99</c:v>
                </c:pt>
                <c:pt idx="439">
                  <c:v>73.06</c:v>
                </c:pt>
                <c:pt idx="440">
                  <c:v>84.07</c:v>
                </c:pt>
                <c:pt idx="441">
                  <c:v>76.36</c:v>
                </c:pt>
                <c:pt idx="442">
                  <c:v>73.74</c:v>
                </c:pt>
                <c:pt idx="443">
                  <c:v>73.16</c:v>
                </c:pt>
                <c:pt idx="444">
                  <c:v>80.61</c:v>
                </c:pt>
                <c:pt idx="445">
                  <c:v>74.92</c:v>
                </c:pt>
                <c:pt idx="446">
                  <c:v>77.02</c:v>
                </c:pt>
                <c:pt idx="447">
                  <c:v>74.19</c:v>
                </c:pt>
                <c:pt idx="448">
                  <c:v>82.53</c:v>
                </c:pt>
                <c:pt idx="449">
                  <c:v>77.69</c:v>
                </c:pt>
                <c:pt idx="450">
                  <c:v>78.13</c:v>
                </c:pt>
                <c:pt idx="451">
                  <c:v>76.17</c:v>
                </c:pt>
                <c:pt idx="452">
                  <c:v>78.52</c:v>
                </c:pt>
                <c:pt idx="453">
                  <c:v>80.84</c:v>
                </c:pt>
                <c:pt idx="454">
                  <c:v>84.32</c:v>
                </c:pt>
                <c:pt idx="455">
                  <c:v>72.95</c:v>
                </c:pt>
                <c:pt idx="456">
                  <c:v>76.46</c:v>
                </c:pt>
                <c:pt idx="457">
                  <c:v>80.62</c:v>
                </c:pt>
                <c:pt idx="458">
                  <c:v>79.2</c:v>
                </c:pt>
                <c:pt idx="459">
                  <c:v>80.17</c:v>
                </c:pt>
                <c:pt idx="460">
                  <c:v>79.31</c:v>
                </c:pt>
                <c:pt idx="461">
                  <c:v>76.33</c:v>
                </c:pt>
                <c:pt idx="462">
                  <c:v>82.39</c:v>
                </c:pt>
                <c:pt idx="463">
                  <c:v>78.58</c:v>
                </c:pt>
                <c:pt idx="464">
                  <c:v>77.85</c:v>
                </c:pt>
                <c:pt idx="465">
                  <c:v>80.88</c:v>
                </c:pt>
                <c:pt idx="466">
                  <c:v>71.22</c:v>
                </c:pt>
                <c:pt idx="467">
                  <c:v>77.86</c:v>
                </c:pt>
                <c:pt idx="468">
                  <c:v>79.82</c:v>
                </c:pt>
                <c:pt idx="469">
                  <c:v>73.17</c:v>
                </c:pt>
                <c:pt idx="470">
                  <c:v>81.58</c:v>
                </c:pt>
                <c:pt idx="471">
                  <c:v>69.65</c:v>
                </c:pt>
                <c:pt idx="472">
                  <c:v>80.07</c:v>
                </c:pt>
                <c:pt idx="473">
                  <c:v>78.24</c:v>
                </c:pt>
                <c:pt idx="474">
                  <c:v>78.57</c:v>
                </c:pt>
                <c:pt idx="475">
                  <c:v>80.84</c:v>
                </c:pt>
                <c:pt idx="476">
                  <c:v>83.25</c:v>
                </c:pt>
                <c:pt idx="477">
                  <c:v>80.29</c:v>
                </c:pt>
                <c:pt idx="478">
                  <c:v>80.49</c:v>
                </c:pt>
                <c:pt idx="479">
                  <c:v>79.97</c:v>
                </c:pt>
                <c:pt idx="480">
                  <c:v>80.24</c:v>
                </c:pt>
                <c:pt idx="481">
                  <c:v>81.95</c:v>
                </c:pt>
                <c:pt idx="482">
                  <c:v>79</c:v>
                </c:pt>
                <c:pt idx="483">
                  <c:v>77.63</c:v>
                </c:pt>
                <c:pt idx="484">
                  <c:v>83.37</c:v>
                </c:pt>
                <c:pt idx="485">
                  <c:v>82.6</c:v>
                </c:pt>
                <c:pt idx="486">
                  <c:v>83.97</c:v>
                </c:pt>
                <c:pt idx="487">
                  <c:v>78.48</c:v>
                </c:pt>
                <c:pt idx="488">
                  <c:v>76.98</c:v>
                </c:pt>
                <c:pt idx="489">
                  <c:v>78.34</c:v>
                </c:pt>
                <c:pt idx="490">
                  <c:v>74.67</c:v>
                </c:pt>
                <c:pt idx="491">
                  <c:v>74.84</c:v>
                </c:pt>
                <c:pt idx="492">
                  <c:v>70.36</c:v>
                </c:pt>
                <c:pt idx="493">
                  <c:v>82.43</c:v>
                </c:pt>
                <c:pt idx="494">
                  <c:v>83.21</c:v>
                </c:pt>
                <c:pt idx="495">
                  <c:v>80.78</c:v>
                </c:pt>
                <c:pt idx="496">
                  <c:v>81.28</c:v>
                </c:pt>
                <c:pt idx="497">
                  <c:v>80.84</c:v>
                </c:pt>
                <c:pt idx="498">
                  <c:v>73.69</c:v>
                </c:pt>
                <c:pt idx="499">
                  <c:v>70.69</c:v>
                </c:pt>
                <c:pt idx="500">
                  <c:v>86.09</c:v>
                </c:pt>
                <c:pt idx="501">
                  <c:v>87.45</c:v>
                </c:pt>
                <c:pt idx="502">
                  <c:v>88.34</c:v>
                </c:pt>
                <c:pt idx="503">
                  <c:v>88.63</c:v>
                </c:pt>
                <c:pt idx="504">
                  <c:v>88.78</c:v>
                </c:pt>
                <c:pt idx="505">
                  <c:v>88.99</c:v>
                </c:pt>
                <c:pt idx="506">
                  <c:v>89.03</c:v>
                </c:pt>
                <c:pt idx="507">
                  <c:v>89.02</c:v>
                </c:pt>
                <c:pt idx="508">
                  <c:v>89.16</c:v>
                </c:pt>
                <c:pt idx="509">
                  <c:v>89.08</c:v>
                </c:pt>
                <c:pt idx="510">
                  <c:v>89.05</c:v>
                </c:pt>
                <c:pt idx="511">
                  <c:v>88.86</c:v>
                </c:pt>
                <c:pt idx="512">
                  <c:v>88.8</c:v>
                </c:pt>
                <c:pt idx="513">
                  <c:v>88.58</c:v>
                </c:pt>
                <c:pt idx="514">
                  <c:v>88.49</c:v>
                </c:pt>
                <c:pt idx="515">
                  <c:v>88.48</c:v>
                </c:pt>
                <c:pt idx="516">
                  <c:v>88.43</c:v>
                </c:pt>
                <c:pt idx="517">
                  <c:v>88.31</c:v>
                </c:pt>
                <c:pt idx="518">
                  <c:v>88.28</c:v>
                </c:pt>
                <c:pt idx="519">
                  <c:v>88.23</c:v>
                </c:pt>
                <c:pt idx="520">
                  <c:v>88.17</c:v>
                </c:pt>
                <c:pt idx="521">
                  <c:v>88.03</c:v>
                </c:pt>
                <c:pt idx="522">
                  <c:v>88.05</c:v>
                </c:pt>
                <c:pt idx="523">
                  <c:v>88.02</c:v>
                </c:pt>
                <c:pt idx="524">
                  <c:v>87.94</c:v>
                </c:pt>
                <c:pt idx="525">
                  <c:v>87.87</c:v>
                </c:pt>
                <c:pt idx="526">
                  <c:v>87.82</c:v>
                </c:pt>
                <c:pt idx="527">
                  <c:v>87.69</c:v>
                </c:pt>
                <c:pt idx="528">
                  <c:v>87.7</c:v>
                </c:pt>
                <c:pt idx="529">
                  <c:v>87.68</c:v>
                </c:pt>
                <c:pt idx="530">
                  <c:v>87.63</c:v>
                </c:pt>
                <c:pt idx="531">
                  <c:v>87.54</c:v>
                </c:pt>
                <c:pt idx="532">
                  <c:v>87.53</c:v>
                </c:pt>
                <c:pt idx="533">
                  <c:v>87.54</c:v>
                </c:pt>
                <c:pt idx="534">
                  <c:v>87.47</c:v>
                </c:pt>
                <c:pt idx="535">
                  <c:v>87.49</c:v>
                </c:pt>
                <c:pt idx="536">
                  <c:v>87.45</c:v>
                </c:pt>
                <c:pt idx="537">
                  <c:v>87.48</c:v>
                </c:pt>
                <c:pt idx="538">
                  <c:v>87.5</c:v>
                </c:pt>
                <c:pt idx="539">
                  <c:v>87.49</c:v>
                </c:pt>
                <c:pt idx="540">
                  <c:v>87.45</c:v>
                </c:pt>
                <c:pt idx="541">
                  <c:v>87.43</c:v>
                </c:pt>
                <c:pt idx="542">
                  <c:v>87.45</c:v>
                </c:pt>
                <c:pt idx="543">
                  <c:v>87.4</c:v>
                </c:pt>
                <c:pt idx="544">
                  <c:v>87.43</c:v>
                </c:pt>
                <c:pt idx="545">
                  <c:v>87.4</c:v>
                </c:pt>
                <c:pt idx="546">
                  <c:v>87.37</c:v>
                </c:pt>
                <c:pt idx="547">
                  <c:v>87.35</c:v>
                </c:pt>
                <c:pt idx="548">
                  <c:v>87.37</c:v>
                </c:pt>
                <c:pt idx="549">
                  <c:v>87.32</c:v>
                </c:pt>
                <c:pt idx="550">
                  <c:v>87.3</c:v>
                </c:pt>
                <c:pt idx="551">
                  <c:v>87.3</c:v>
                </c:pt>
                <c:pt idx="552">
                  <c:v>87.34</c:v>
                </c:pt>
                <c:pt idx="553">
                  <c:v>87.37</c:v>
                </c:pt>
                <c:pt idx="554">
                  <c:v>87.37</c:v>
                </c:pt>
                <c:pt idx="555">
                  <c:v>87.35</c:v>
                </c:pt>
                <c:pt idx="556">
                  <c:v>87.36</c:v>
                </c:pt>
                <c:pt idx="557">
                  <c:v>87.33</c:v>
                </c:pt>
                <c:pt idx="558">
                  <c:v>87.26</c:v>
                </c:pt>
                <c:pt idx="559">
                  <c:v>87.3</c:v>
                </c:pt>
                <c:pt idx="560">
                  <c:v>87.32</c:v>
                </c:pt>
                <c:pt idx="561">
                  <c:v>87.26</c:v>
                </c:pt>
                <c:pt idx="562">
                  <c:v>87.26</c:v>
                </c:pt>
                <c:pt idx="563">
                  <c:v>87.28</c:v>
                </c:pt>
                <c:pt idx="564">
                  <c:v>87.29</c:v>
                </c:pt>
                <c:pt idx="565">
                  <c:v>87.33</c:v>
                </c:pt>
                <c:pt idx="566">
                  <c:v>87.3</c:v>
                </c:pt>
                <c:pt idx="567">
                  <c:v>87.29</c:v>
                </c:pt>
                <c:pt idx="568">
                  <c:v>87.25</c:v>
                </c:pt>
                <c:pt idx="569">
                  <c:v>87.35</c:v>
                </c:pt>
                <c:pt idx="570">
                  <c:v>87.33</c:v>
                </c:pt>
                <c:pt idx="571">
                  <c:v>87.34</c:v>
                </c:pt>
                <c:pt idx="572">
                  <c:v>87.32</c:v>
                </c:pt>
                <c:pt idx="573">
                  <c:v>87.32</c:v>
                </c:pt>
                <c:pt idx="574">
                  <c:v>87.34</c:v>
                </c:pt>
                <c:pt idx="575">
                  <c:v>87.29</c:v>
                </c:pt>
                <c:pt idx="576">
                  <c:v>87.27</c:v>
                </c:pt>
                <c:pt idx="577">
                  <c:v>87.33</c:v>
                </c:pt>
                <c:pt idx="578">
                  <c:v>87.3</c:v>
                </c:pt>
                <c:pt idx="579">
                  <c:v>87.3</c:v>
                </c:pt>
                <c:pt idx="580">
                  <c:v>87.29</c:v>
                </c:pt>
                <c:pt idx="581">
                  <c:v>87.3</c:v>
                </c:pt>
                <c:pt idx="582">
                  <c:v>87.25</c:v>
                </c:pt>
                <c:pt idx="583">
                  <c:v>87.19</c:v>
                </c:pt>
                <c:pt idx="584">
                  <c:v>87.23</c:v>
                </c:pt>
                <c:pt idx="585">
                  <c:v>87.31</c:v>
                </c:pt>
                <c:pt idx="586">
                  <c:v>87.37</c:v>
                </c:pt>
                <c:pt idx="587">
                  <c:v>87.35</c:v>
                </c:pt>
                <c:pt idx="588">
                  <c:v>87.32</c:v>
                </c:pt>
                <c:pt idx="589">
                  <c:v>87.31</c:v>
                </c:pt>
                <c:pt idx="590">
                  <c:v>87.24</c:v>
                </c:pt>
                <c:pt idx="591">
                  <c:v>87.27</c:v>
                </c:pt>
                <c:pt idx="592">
                  <c:v>87.31</c:v>
                </c:pt>
                <c:pt idx="593">
                  <c:v>87.31</c:v>
                </c:pt>
                <c:pt idx="594">
                  <c:v>87.29</c:v>
                </c:pt>
                <c:pt idx="595">
                  <c:v>87.3</c:v>
                </c:pt>
                <c:pt idx="596">
                  <c:v>87.32</c:v>
                </c:pt>
                <c:pt idx="597">
                  <c:v>87.31</c:v>
                </c:pt>
                <c:pt idx="598">
                  <c:v>87.33</c:v>
                </c:pt>
                <c:pt idx="599">
                  <c:v>87.29</c:v>
                </c:pt>
                <c:pt idx="600">
                  <c:v>87.27</c:v>
                </c:pt>
                <c:pt idx="601">
                  <c:v>87.29</c:v>
                </c:pt>
                <c:pt idx="602">
                  <c:v>87.28</c:v>
                </c:pt>
                <c:pt idx="603">
                  <c:v>87.27</c:v>
                </c:pt>
                <c:pt idx="604">
                  <c:v>87.26</c:v>
                </c:pt>
                <c:pt idx="605">
                  <c:v>87.27</c:v>
                </c:pt>
                <c:pt idx="606">
                  <c:v>87.26</c:v>
                </c:pt>
                <c:pt idx="607">
                  <c:v>87.25</c:v>
                </c:pt>
                <c:pt idx="608">
                  <c:v>87.2</c:v>
                </c:pt>
                <c:pt idx="609">
                  <c:v>87.21</c:v>
                </c:pt>
                <c:pt idx="610">
                  <c:v>87.21</c:v>
                </c:pt>
                <c:pt idx="611">
                  <c:v>87.2</c:v>
                </c:pt>
                <c:pt idx="612">
                  <c:v>87.23</c:v>
                </c:pt>
                <c:pt idx="613">
                  <c:v>87.18</c:v>
                </c:pt>
                <c:pt idx="614">
                  <c:v>87.21</c:v>
                </c:pt>
                <c:pt idx="615">
                  <c:v>87.14</c:v>
                </c:pt>
                <c:pt idx="616">
                  <c:v>87.19</c:v>
                </c:pt>
                <c:pt idx="617">
                  <c:v>87.21</c:v>
                </c:pt>
                <c:pt idx="618">
                  <c:v>87.22</c:v>
                </c:pt>
                <c:pt idx="619">
                  <c:v>87.19</c:v>
                </c:pt>
                <c:pt idx="620">
                  <c:v>87.15</c:v>
                </c:pt>
                <c:pt idx="621">
                  <c:v>87.18</c:v>
                </c:pt>
                <c:pt idx="622">
                  <c:v>87.18</c:v>
                </c:pt>
                <c:pt idx="623">
                  <c:v>87.2</c:v>
                </c:pt>
                <c:pt idx="624">
                  <c:v>87.18</c:v>
                </c:pt>
                <c:pt idx="625">
                  <c:v>87.16</c:v>
                </c:pt>
                <c:pt idx="626">
                  <c:v>87.15</c:v>
                </c:pt>
                <c:pt idx="627">
                  <c:v>87.18</c:v>
                </c:pt>
                <c:pt idx="628">
                  <c:v>87.19</c:v>
                </c:pt>
                <c:pt idx="629">
                  <c:v>87.16</c:v>
                </c:pt>
                <c:pt idx="630">
                  <c:v>87.13</c:v>
                </c:pt>
                <c:pt idx="631">
                  <c:v>87.19</c:v>
                </c:pt>
                <c:pt idx="632">
                  <c:v>87.2</c:v>
                </c:pt>
                <c:pt idx="633">
                  <c:v>87.18</c:v>
                </c:pt>
                <c:pt idx="634">
                  <c:v>87.2</c:v>
                </c:pt>
                <c:pt idx="635">
                  <c:v>87.2</c:v>
                </c:pt>
                <c:pt idx="636">
                  <c:v>87.16</c:v>
                </c:pt>
                <c:pt idx="637">
                  <c:v>87.17</c:v>
                </c:pt>
                <c:pt idx="638">
                  <c:v>87.23</c:v>
                </c:pt>
                <c:pt idx="639">
                  <c:v>87.2</c:v>
                </c:pt>
                <c:pt idx="640">
                  <c:v>87.17</c:v>
                </c:pt>
                <c:pt idx="641">
                  <c:v>87.2</c:v>
                </c:pt>
                <c:pt idx="642">
                  <c:v>87.2</c:v>
                </c:pt>
                <c:pt idx="643">
                  <c:v>87.2</c:v>
                </c:pt>
                <c:pt idx="644">
                  <c:v>87.16</c:v>
                </c:pt>
                <c:pt idx="645">
                  <c:v>87.15</c:v>
                </c:pt>
                <c:pt idx="646">
                  <c:v>87.2</c:v>
                </c:pt>
                <c:pt idx="647">
                  <c:v>87.19</c:v>
                </c:pt>
                <c:pt idx="648">
                  <c:v>87.17</c:v>
                </c:pt>
                <c:pt idx="649">
                  <c:v>87.18</c:v>
                </c:pt>
                <c:pt idx="650">
                  <c:v>87.2</c:v>
                </c:pt>
                <c:pt idx="651">
                  <c:v>87.2</c:v>
                </c:pt>
                <c:pt idx="652">
                  <c:v>87.24</c:v>
                </c:pt>
                <c:pt idx="653">
                  <c:v>87.17</c:v>
                </c:pt>
                <c:pt idx="654">
                  <c:v>87.12</c:v>
                </c:pt>
                <c:pt idx="655">
                  <c:v>87.18</c:v>
                </c:pt>
                <c:pt idx="656">
                  <c:v>87.16</c:v>
                </c:pt>
                <c:pt idx="657">
                  <c:v>87.16</c:v>
                </c:pt>
                <c:pt idx="658">
                  <c:v>87.15</c:v>
                </c:pt>
                <c:pt idx="659">
                  <c:v>87.14</c:v>
                </c:pt>
                <c:pt idx="660">
                  <c:v>87.07</c:v>
                </c:pt>
                <c:pt idx="661">
                  <c:v>87.13</c:v>
                </c:pt>
                <c:pt idx="662">
                  <c:v>87.11</c:v>
                </c:pt>
                <c:pt idx="663">
                  <c:v>87.06</c:v>
                </c:pt>
                <c:pt idx="664">
                  <c:v>87.08</c:v>
                </c:pt>
                <c:pt idx="665">
                  <c:v>87.08</c:v>
                </c:pt>
                <c:pt idx="666">
                  <c:v>87.06</c:v>
                </c:pt>
                <c:pt idx="667">
                  <c:v>87.04</c:v>
                </c:pt>
                <c:pt idx="668">
                  <c:v>87.08</c:v>
                </c:pt>
                <c:pt idx="669">
                  <c:v>87.06</c:v>
                </c:pt>
                <c:pt idx="670">
                  <c:v>87.09</c:v>
                </c:pt>
                <c:pt idx="671">
                  <c:v>87.02</c:v>
                </c:pt>
                <c:pt idx="672">
                  <c:v>87.01</c:v>
                </c:pt>
                <c:pt idx="673">
                  <c:v>87.05</c:v>
                </c:pt>
                <c:pt idx="674">
                  <c:v>87.04</c:v>
                </c:pt>
                <c:pt idx="675">
                  <c:v>87.07</c:v>
                </c:pt>
                <c:pt idx="676">
                  <c:v>87.07</c:v>
                </c:pt>
                <c:pt idx="677">
                  <c:v>87.1</c:v>
                </c:pt>
                <c:pt idx="678">
                  <c:v>87.1</c:v>
                </c:pt>
                <c:pt idx="679">
                  <c:v>87.05</c:v>
                </c:pt>
                <c:pt idx="680">
                  <c:v>87.09</c:v>
                </c:pt>
                <c:pt idx="681">
                  <c:v>87.16</c:v>
                </c:pt>
                <c:pt idx="682">
                  <c:v>87.14</c:v>
                </c:pt>
                <c:pt idx="683">
                  <c:v>87.07</c:v>
                </c:pt>
                <c:pt idx="684">
                  <c:v>87.14</c:v>
                </c:pt>
                <c:pt idx="685">
                  <c:v>87.18</c:v>
                </c:pt>
                <c:pt idx="686">
                  <c:v>87.21</c:v>
                </c:pt>
                <c:pt idx="687">
                  <c:v>87.12</c:v>
                </c:pt>
                <c:pt idx="688">
                  <c:v>87.09</c:v>
                </c:pt>
                <c:pt idx="689">
                  <c:v>87.14</c:v>
                </c:pt>
                <c:pt idx="690">
                  <c:v>87.1</c:v>
                </c:pt>
                <c:pt idx="691">
                  <c:v>87.15</c:v>
                </c:pt>
                <c:pt idx="692">
                  <c:v>87.11</c:v>
                </c:pt>
                <c:pt idx="693">
                  <c:v>87.08</c:v>
                </c:pt>
                <c:pt idx="694">
                  <c:v>87.08</c:v>
                </c:pt>
                <c:pt idx="695">
                  <c:v>87.16</c:v>
                </c:pt>
                <c:pt idx="696">
                  <c:v>87.14</c:v>
                </c:pt>
                <c:pt idx="697">
                  <c:v>87.11</c:v>
                </c:pt>
                <c:pt idx="698">
                  <c:v>87</c:v>
                </c:pt>
                <c:pt idx="699">
                  <c:v>87.04</c:v>
                </c:pt>
                <c:pt idx="700">
                  <c:v>87.74</c:v>
                </c:pt>
                <c:pt idx="701">
                  <c:v>88.34</c:v>
                </c:pt>
                <c:pt idx="702">
                  <c:v>88.86</c:v>
                </c:pt>
                <c:pt idx="703">
                  <c:v>89.29</c:v>
                </c:pt>
                <c:pt idx="704">
                  <c:v>89.53</c:v>
                </c:pt>
                <c:pt idx="705">
                  <c:v>89.8</c:v>
                </c:pt>
                <c:pt idx="706">
                  <c:v>89.88</c:v>
                </c:pt>
                <c:pt idx="707">
                  <c:v>89.99</c:v>
                </c:pt>
                <c:pt idx="708">
                  <c:v>90.07</c:v>
                </c:pt>
                <c:pt idx="709">
                  <c:v>90.2</c:v>
                </c:pt>
                <c:pt idx="710">
                  <c:v>90.28</c:v>
                </c:pt>
                <c:pt idx="711">
                  <c:v>90.31</c:v>
                </c:pt>
                <c:pt idx="712">
                  <c:v>90.38</c:v>
                </c:pt>
                <c:pt idx="713">
                  <c:v>90.5</c:v>
                </c:pt>
                <c:pt idx="714">
                  <c:v>90.51</c:v>
                </c:pt>
                <c:pt idx="715">
                  <c:v>90.55</c:v>
                </c:pt>
                <c:pt idx="716">
                  <c:v>90.55</c:v>
                </c:pt>
                <c:pt idx="717">
                  <c:v>90.53</c:v>
                </c:pt>
                <c:pt idx="718">
                  <c:v>90.52</c:v>
                </c:pt>
                <c:pt idx="719">
                  <c:v>90.45</c:v>
                </c:pt>
                <c:pt idx="720">
                  <c:v>90.45</c:v>
                </c:pt>
                <c:pt idx="721">
                  <c:v>90.48</c:v>
                </c:pt>
                <c:pt idx="722">
                  <c:v>90.49</c:v>
                </c:pt>
                <c:pt idx="723">
                  <c:v>90.54</c:v>
                </c:pt>
                <c:pt idx="724">
                  <c:v>90.53</c:v>
                </c:pt>
                <c:pt idx="725">
                  <c:v>90.51</c:v>
                </c:pt>
                <c:pt idx="726">
                  <c:v>90.54</c:v>
                </c:pt>
                <c:pt idx="727">
                  <c:v>90.53</c:v>
                </c:pt>
                <c:pt idx="728">
                  <c:v>90.55</c:v>
                </c:pt>
                <c:pt idx="729">
                  <c:v>90.57</c:v>
                </c:pt>
                <c:pt idx="730">
                  <c:v>90.56</c:v>
                </c:pt>
                <c:pt idx="731">
                  <c:v>90.6</c:v>
                </c:pt>
                <c:pt idx="732">
                  <c:v>90.61</c:v>
                </c:pt>
                <c:pt idx="733">
                  <c:v>90.63</c:v>
                </c:pt>
                <c:pt idx="734">
                  <c:v>90.61</c:v>
                </c:pt>
                <c:pt idx="735">
                  <c:v>90.59</c:v>
                </c:pt>
                <c:pt idx="736">
                  <c:v>90.58</c:v>
                </c:pt>
                <c:pt idx="737">
                  <c:v>90.57</c:v>
                </c:pt>
                <c:pt idx="738">
                  <c:v>90.58</c:v>
                </c:pt>
                <c:pt idx="739">
                  <c:v>90.6</c:v>
                </c:pt>
                <c:pt idx="740">
                  <c:v>90.6</c:v>
                </c:pt>
                <c:pt idx="741">
                  <c:v>90.59</c:v>
                </c:pt>
                <c:pt idx="742">
                  <c:v>90.59</c:v>
                </c:pt>
                <c:pt idx="743">
                  <c:v>90.6</c:v>
                </c:pt>
                <c:pt idx="744">
                  <c:v>90.59</c:v>
                </c:pt>
                <c:pt idx="745">
                  <c:v>90.59</c:v>
                </c:pt>
                <c:pt idx="746">
                  <c:v>90.59</c:v>
                </c:pt>
                <c:pt idx="747">
                  <c:v>90.59</c:v>
                </c:pt>
                <c:pt idx="748">
                  <c:v>90.59</c:v>
                </c:pt>
                <c:pt idx="749">
                  <c:v>90.59</c:v>
                </c:pt>
                <c:pt idx="750">
                  <c:v>90.59</c:v>
                </c:pt>
                <c:pt idx="751">
                  <c:v>90.59</c:v>
                </c:pt>
                <c:pt idx="752">
                  <c:v>90.61</c:v>
                </c:pt>
                <c:pt idx="753">
                  <c:v>90.6</c:v>
                </c:pt>
                <c:pt idx="754">
                  <c:v>90.6</c:v>
                </c:pt>
                <c:pt idx="755">
                  <c:v>90.6</c:v>
                </c:pt>
                <c:pt idx="756">
                  <c:v>90.6</c:v>
                </c:pt>
                <c:pt idx="757">
                  <c:v>90.6</c:v>
                </c:pt>
                <c:pt idx="758">
                  <c:v>90.59</c:v>
                </c:pt>
                <c:pt idx="759">
                  <c:v>90.59</c:v>
                </c:pt>
                <c:pt idx="760">
                  <c:v>90.59</c:v>
                </c:pt>
                <c:pt idx="761">
                  <c:v>90.6</c:v>
                </c:pt>
                <c:pt idx="762">
                  <c:v>90.6</c:v>
                </c:pt>
                <c:pt idx="763">
                  <c:v>90.6</c:v>
                </c:pt>
                <c:pt idx="764">
                  <c:v>90.6</c:v>
                </c:pt>
                <c:pt idx="765">
                  <c:v>90.59</c:v>
                </c:pt>
                <c:pt idx="766">
                  <c:v>90.6</c:v>
                </c:pt>
                <c:pt idx="767">
                  <c:v>90.6</c:v>
                </c:pt>
                <c:pt idx="768">
                  <c:v>90.59</c:v>
                </c:pt>
                <c:pt idx="769">
                  <c:v>90.59</c:v>
                </c:pt>
                <c:pt idx="770">
                  <c:v>90.58</c:v>
                </c:pt>
                <c:pt idx="771">
                  <c:v>90.6</c:v>
                </c:pt>
                <c:pt idx="772">
                  <c:v>90.59</c:v>
                </c:pt>
                <c:pt idx="773">
                  <c:v>90.59</c:v>
                </c:pt>
                <c:pt idx="774">
                  <c:v>90.6</c:v>
                </c:pt>
                <c:pt idx="775">
                  <c:v>90.6</c:v>
                </c:pt>
                <c:pt idx="776">
                  <c:v>90.6</c:v>
                </c:pt>
                <c:pt idx="777">
                  <c:v>90.58</c:v>
                </c:pt>
                <c:pt idx="778">
                  <c:v>90.59</c:v>
                </c:pt>
                <c:pt idx="779">
                  <c:v>90.59</c:v>
                </c:pt>
                <c:pt idx="780">
                  <c:v>90.59</c:v>
                </c:pt>
                <c:pt idx="781">
                  <c:v>90.59</c:v>
                </c:pt>
                <c:pt idx="782">
                  <c:v>90.58</c:v>
                </c:pt>
                <c:pt idx="783">
                  <c:v>90.57</c:v>
                </c:pt>
                <c:pt idx="784">
                  <c:v>90.58</c:v>
                </c:pt>
                <c:pt idx="785">
                  <c:v>90.58</c:v>
                </c:pt>
                <c:pt idx="786">
                  <c:v>90.58</c:v>
                </c:pt>
                <c:pt idx="787">
                  <c:v>90.58</c:v>
                </c:pt>
                <c:pt idx="788">
                  <c:v>90.58</c:v>
                </c:pt>
                <c:pt idx="789">
                  <c:v>90.58</c:v>
                </c:pt>
                <c:pt idx="790">
                  <c:v>90.58</c:v>
                </c:pt>
                <c:pt idx="791">
                  <c:v>90.58</c:v>
                </c:pt>
                <c:pt idx="792">
                  <c:v>90.57</c:v>
                </c:pt>
                <c:pt idx="793">
                  <c:v>90.54</c:v>
                </c:pt>
                <c:pt idx="794">
                  <c:v>90.54</c:v>
                </c:pt>
                <c:pt idx="795">
                  <c:v>90.54</c:v>
                </c:pt>
                <c:pt idx="796">
                  <c:v>90.54</c:v>
                </c:pt>
                <c:pt idx="797">
                  <c:v>90.55</c:v>
                </c:pt>
                <c:pt idx="798">
                  <c:v>90.53</c:v>
                </c:pt>
                <c:pt idx="799">
                  <c:v>90.54</c:v>
                </c:pt>
              </c:numCache>
            </c:numRef>
          </c:yVal>
          <c:smooth val="0"/>
        </c:ser>
        <c:ser>
          <c:idx val="1"/>
          <c:order val="1"/>
          <c:tx>
            <c:v>CLR</c:v>
          </c:tx>
          <c:spPr>
            <a:ln xmlns:a="http://schemas.openxmlformats.org/drawingml/2006/main" w="24765">
              <a:solidFill>
                <a:srgbClr val="2878C8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</c:v>
                </c:pt>
                <c:pt idx="22">
                  <c:v>2.3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4.1</c:v>
                </c:pt>
                <c:pt idx="41">
                  <c:v>4.2</c:v>
                </c:pt>
                <c:pt idx="42">
                  <c:v>4.3</c:v>
                </c:pt>
                <c:pt idx="43">
                  <c:v>4.4</c:v>
                </c:pt>
                <c:pt idx="44">
                  <c:v>4.5</c:v>
                </c:pt>
                <c:pt idx="45">
                  <c:v>4.6</c:v>
                </c:pt>
                <c:pt idx="46">
                  <c:v>4.7</c:v>
                </c:pt>
                <c:pt idx="47">
                  <c:v>4.8</c:v>
                </c:pt>
                <c:pt idx="48">
                  <c:v>4.9</c:v>
                </c:pt>
                <c:pt idx="49">
                  <c:v>5</c:v>
                </c:pt>
                <c:pt idx="50">
                  <c:v>5.1</c:v>
                </c:pt>
                <c:pt idx="51">
                  <c:v>5.2</c:v>
                </c:pt>
                <c:pt idx="52">
                  <c:v>5.3</c:v>
                </c:pt>
                <c:pt idx="53">
                  <c:v>5.4</c:v>
                </c:pt>
                <c:pt idx="54">
                  <c:v>5.5</c:v>
                </c:pt>
                <c:pt idx="55">
                  <c:v>5.6</c:v>
                </c:pt>
                <c:pt idx="56">
                  <c:v>5.7</c:v>
                </c:pt>
                <c:pt idx="57">
                  <c:v>5.8</c:v>
                </c:pt>
                <c:pt idx="58">
                  <c:v>5.9</c:v>
                </c:pt>
                <c:pt idx="59">
                  <c:v>6</c:v>
                </c:pt>
                <c:pt idx="60">
                  <c:v>6.1</c:v>
                </c:pt>
                <c:pt idx="61">
                  <c:v>6.2</c:v>
                </c:pt>
                <c:pt idx="62">
                  <c:v>6.3</c:v>
                </c:pt>
                <c:pt idx="63">
                  <c:v>6.4</c:v>
                </c:pt>
                <c:pt idx="64">
                  <c:v>6.5</c:v>
                </c:pt>
                <c:pt idx="65">
                  <c:v>6.6</c:v>
                </c:pt>
                <c:pt idx="66">
                  <c:v>6.7</c:v>
                </c:pt>
                <c:pt idx="67">
                  <c:v>6.8</c:v>
                </c:pt>
                <c:pt idx="68">
                  <c:v>6.9</c:v>
                </c:pt>
                <c:pt idx="69">
                  <c:v>7</c:v>
                </c:pt>
                <c:pt idx="70">
                  <c:v>7.1</c:v>
                </c:pt>
                <c:pt idx="71">
                  <c:v>7.2</c:v>
                </c:pt>
                <c:pt idx="72">
                  <c:v>7.3</c:v>
                </c:pt>
                <c:pt idx="73">
                  <c:v>7.4</c:v>
                </c:pt>
                <c:pt idx="74">
                  <c:v>7.5</c:v>
                </c:pt>
                <c:pt idx="75">
                  <c:v>7.6</c:v>
                </c:pt>
                <c:pt idx="76">
                  <c:v>7.7</c:v>
                </c:pt>
                <c:pt idx="77">
                  <c:v>7.8</c:v>
                </c:pt>
                <c:pt idx="78">
                  <c:v>7.9</c:v>
                </c:pt>
                <c:pt idx="79">
                  <c:v>8</c:v>
                </c:pt>
                <c:pt idx="80">
                  <c:v>8.1</c:v>
                </c:pt>
                <c:pt idx="81">
                  <c:v>8.2</c:v>
                </c:pt>
                <c:pt idx="82">
                  <c:v>8.3</c:v>
                </c:pt>
                <c:pt idx="83">
                  <c:v>8.4</c:v>
                </c:pt>
                <c:pt idx="84">
                  <c:v>8.5</c:v>
                </c:pt>
                <c:pt idx="85">
                  <c:v>8.6</c:v>
                </c:pt>
                <c:pt idx="86">
                  <c:v>8.7</c:v>
                </c:pt>
                <c:pt idx="87">
                  <c:v>8.8</c:v>
                </c:pt>
                <c:pt idx="88">
                  <c:v>8.9</c:v>
                </c:pt>
                <c:pt idx="89">
                  <c:v>9</c:v>
                </c:pt>
                <c:pt idx="90">
                  <c:v>9.1</c:v>
                </c:pt>
                <c:pt idx="91">
                  <c:v>9.2</c:v>
                </c:pt>
                <c:pt idx="92">
                  <c:v>9.3</c:v>
                </c:pt>
                <c:pt idx="93">
                  <c:v>9.4</c:v>
                </c:pt>
                <c:pt idx="94">
                  <c:v>9.5</c:v>
                </c:pt>
                <c:pt idx="95">
                  <c:v>9.6</c:v>
                </c:pt>
                <c:pt idx="96">
                  <c:v>9.7</c:v>
                </c:pt>
                <c:pt idx="97">
                  <c:v>9.8</c:v>
                </c:pt>
                <c:pt idx="98">
                  <c:v>9.9</c:v>
                </c:pt>
                <c:pt idx="99">
                  <c:v>10</c:v>
                </c:pt>
              </c:numCache>
            </c:numRef>
          </c:xVal>
          <c:yVal>
            <c:numRef>
              <c:f>'Chart Data'!$D$2:$D$101</c:f>
              <c:numCache>
                <c:formatCode>0</c:formatCode>
                <c:ptCount val="100"/>
                <c:pt idx="0">
                  <c:v>24.76</c:v>
                </c:pt>
                <c:pt idx="1">
                  <c:v>45.8</c:v>
                </c:pt>
                <c:pt idx="2">
                  <c:v>53.48</c:v>
                </c:pt>
                <c:pt idx="3">
                  <c:v>63.87</c:v>
                </c:pt>
                <c:pt idx="4">
                  <c:v>68.59</c:v>
                </c:pt>
                <c:pt idx="5">
                  <c:v>65.14</c:v>
                </c:pt>
                <c:pt idx="6">
                  <c:v>68.28</c:v>
                </c:pt>
                <c:pt idx="7">
                  <c:v>67.62</c:v>
                </c:pt>
                <c:pt idx="8">
                  <c:v>73.02</c:v>
                </c:pt>
                <c:pt idx="9">
                  <c:v>70.7</c:v>
                </c:pt>
                <c:pt idx="10">
                  <c:v>73.04</c:v>
                </c:pt>
                <c:pt idx="11">
                  <c:v>75.31</c:v>
                </c:pt>
                <c:pt idx="12">
                  <c:v>63.36</c:v>
                </c:pt>
                <c:pt idx="13">
                  <c:v>76.49</c:v>
                </c:pt>
                <c:pt idx="14">
                  <c:v>78.56</c:v>
                </c:pt>
                <c:pt idx="15">
                  <c:v>74.74</c:v>
                </c:pt>
                <c:pt idx="16">
                  <c:v>74.79</c:v>
                </c:pt>
                <c:pt idx="17">
                  <c:v>74.24</c:v>
                </c:pt>
                <c:pt idx="18">
                  <c:v>75.15</c:v>
                </c:pt>
                <c:pt idx="19">
                  <c:v>71.66</c:v>
                </c:pt>
                <c:pt idx="20">
                  <c:v>62.8</c:v>
                </c:pt>
                <c:pt idx="21">
                  <c:v>74.44</c:v>
                </c:pt>
                <c:pt idx="22">
                  <c:v>77.85</c:v>
                </c:pt>
                <c:pt idx="23">
                  <c:v>77.52</c:v>
                </c:pt>
                <c:pt idx="24">
                  <c:v>73.36</c:v>
                </c:pt>
                <c:pt idx="25">
                  <c:v>77.11</c:v>
                </c:pt>
                <c:pt idx="26">
                  <c:v>57.95</c:v>
                </c:pt>
                <c:pt idx="27">
                  <c:v>77.74</c:v>
                </c:pt>
                <c:pt idx="28">
                  <c:v>71.93</c:v>
                </c:pt>
                <c:pt idx="29">
                  <c:v>77.91</c:v>
                </c:pt>
                <c:pt idx="30">
                  <c:v>72.87</c:v>
                </c:pt>
                <c:pt idx="31">
                  <c:v>73.82</c:v>
                </c:pt>
                <c:pt idx="32">
                  <c:v>71.44</c:v>
                </c:pt>
                <c:pt idx="33">
                  <c:v>73.03</c:v>
                </c:pt>
                <c:pt idx="34">
                  <c:v>75.19</c:v>
                </c:pt>
                <c:pt idx="35">
                  <c:v>79.5</c:v>
                </c:pt>
                <c:pt idx="36">
                  <c:v>79.2</c:v>
                </c:pt>
                <c:pt idx="37">
                  <c:v>77.57</c:v>
                </c:pt>
                <c:pt idx="38">
                  <c:v>66.7</c:v>
                </c:pt>
                <c:pt idx="39">
                  <c:v>75.22</c:v>
                </c:pt>
                <c:pt idx="40">
                  <c:v>77.48</c:v>
                </c:pt>
                <c:pt idx="41">
                  <c:v>78.56</c:v>
                </c:pt>
                <c:pt idx="42">
                  <c:v>72.57</c:v>
                </c:pt>
                <c:pt idx="43">
                  <c:v>71.98</c:v>
                </c:pt>
                <c:pt idx="44">
                  <c:v>74.99</c:v>
                </c:pt>
                <c:pt idx="45">
                  <c:v>67.81</c:v>
                </c:pt>
                <c:pt idx="46">
                  <c:v>71.87</c:v>
                </c:pt>
                <c:pt idx="47">
                  <c:v>76.31</c:v>
                </c:pt>
                <c:pt idx="48">
                  <c:v>76.57</c:v>
                </c:pt>
                <c:pt idx="49">
                  <c:v>78.47</c:v>
                </c:pt>
                <c:pt idx="50">
                  <c:v>68.14</c:v>
                </c:pt>
                <c:pt idx="51">
                  <c:v>71.66</c:v>
                </c:pt>
                <c:pt idx="52">
                  <c:v>74.96</c:v>
                </c:pt>
                <c:pt idx="53">
                  <c:v>73.87</c:v>
                </c:pt>
                <c:pt idx="54">
                  <c:v>77.26</c:v>
                </c:pt>
                <c:pt idx="55">
                  <c:v>79.89</c:v>
                </c:pt>
                <c:pt idx="56">
                  <c:v>71.47</c:v>
                </c:pt>
                <c:pt idx="57">
                  <c:v>70.05</c:v>
                </c:pt>
                <c:pt idx="58">
                  <c:v>77.51</c:v>
                </c:pt>
                <c:pt idx="59">
                  <c:v>73.11</c:v>
                </c:pt>
                <c:pt idx="60">
                  <c:v>73.24</c:v>
                </c:pt>
                <c:pt idx="61">
                  <c:v>76.57</c:v>
                </c:pt>
                <c:pt idx="62">
                  <c:v>78.98</c:v>
                </c:pt>
                <c:pt idx="63">
                  <c:v>76.95</c:v>
                </c:pt>
                <c:pt idx="64">
                  <c:v>78.22</c:v>
                </c:pt>
                <c:pt idx="65">
                  <c:v>73.98</c:v>
                </c:pt>
                <c:pt idx="66">
                  <c:v>76.07</c:v>
                </c:pt>
                <c:pt idx="67">
                  <c:v>80.31</c:v>
                </c:pt>
                <c:pt idx="68">
                  <c:v>72.95</c:v>
                </c:pt>
                <c:pt idx="69">
                  <c:v>70.04</c:v>
                </c:pt>
                <c:pt idx="70">
                  <c:v>82.6</c:v>
                </c:pt>
                <c:pt idx="71">
                  <c:v>80.09</c:v>
                </c:pt>
                <c:pt idx="72">
                  <c:v>81.54</c:v>
                </c:pt>
                <c:pt idx="73">
                  <c:v>76.62</c:v>
                </c:pt>
                <c:pt idx="74">
                  <c:v>80.51</c:v>
                </c:pt>
                <c:pt idx="75">
                  <c:v>75.72</c:v>
                </c:pt>
                <c:pt idx="76">
                  <c:v>73.71</c:v>
                </c:pt>
                <c:pt idx="77">
                  <c:v>79.96</c:v>
                </c:pt>
                <c:pt idx="78">
                  <c:v>78.87</c:v>
                </c:pt>
                <c:pt idx="79">
                  <c:v>76.98</c:v>
                </c:pt>
                <c:pt idx="80">
                  <c:v>80.89</c:v>
                </c:pt>
                <c:pt idx="81">
                  <c:v>83.51</c:v>
                </c:pt>
                <c:pt idx="82">
                  <c:v>79.24</c:v>
                </c:pt>
                <c:pt idx="83">
                  <c:v>83.99</c:v>
                </c:pt>
                <c:pt idx="84">
                  <c:v>84.58</c:v>
                </c:pt>
                <c:pt idx="85">
                  <c:v>82.2</c:v>
                </c:pt>
                <c:pt idx="86">
                  <c:v>81.72</c:v>
                </c:pt>
                <c:pt idx="87">
                  <c:v>79.43</c:v>
                </c:pt>
                <c:pt idx="88">
                  <c:v>75.1</c:v>
                </c:pt>
                <c:pt idx="89">
                  <c:v>81.78</c:v>
                </c:pt>
                <c:pt idx="90">
                  <c:v>83.18</c:v>
                </c:pt>
                <c:pt idx="91">
                  <c:v>87.91</c:v>
                </c:pt>
                <c:pt idx="92">
                  <c:v>88.55</c:v>
                </c:pt>
                <c:pt idx="93">
                  <c:v>88.9</c:v>
                </c:pt>
                <c:pt idx="94">
                  <c:v>88.83</c:v>
                </c:pt>
                <c:pt idx="95">
                  <c:v>90.33</c:v>
                </c:pt>
                <c:pt idx="96">
                  <c:v>91.73</c:v>
                </c:pt>
                <c:pt idx="97">
                  <c:v>91.87</c:v>
                </c:pt>
                <c:pt idx="98">
                  <c:v>91.9</c:v>
                </c:pt>
                <c:pt idx="99">
                  <c:v>91.95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Точность на тесте,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Тысячи шагов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555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Baseline</c:v>
          </c:tx>
          <c:spPr>
            <a:ln xmlns:a="http://schemas.openxmlformats.org/drawingml/2006/main" w="24765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</c:v>
                </c:pt>
                <c:pt idx="22">
                  <c:v>2.3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4.1</c:v>
                </c:pt>
                <c:pt idx="41">
                  <c:v>4.2</c:v>
                </c:pt>
                <c:pt idx="42">
                  <c:v>4.3</c:v>
                </c:pt>
                <c:pt idx="43">
                  <c:v>4.4</c:v>
                </c:pt>
                <c:pt idx="44">
                  <c:v>4.5</c:v>
                </c:pt>
                <c:pt idx="45">
                  <c:v>4.6</c:v>
                </c:pt>
                <c:pt idx="46">
                  <c:v>4.7</c:v>
                </c:pt>
                <c:pt idx="47">
                  <c:v>4.8</c:v>
                </c:pt>
                <c:pt idx="48">
                  <c:v>4.9</c:v>
                </c:pt>
                <c:pt idx="49">
                  <c:v>5</c:v>
                </c:pt>
                <c:pt idx="50">
                  <c:v>5.1</c:v>
                </c:pt>
                <c:pt idx="51">
                  <c:v>5.2</c:v>
                </c:pt>
                <c:pt idx="52">
                  <c:v>5.3</c:v>
                </c:pt>
                <c:pt idx="53">
                  <c:v>5.4</c:v>
                </c:pt>
                <c:pt idx="54">
                  <c:v>5.5</c:v>
                </c:pt>
                <c:pt idx="55">
                  <c:v>5.6</c:v>
                </c:pt>
                <c:pt idx="56">
                  <c:v>5.7</c:v>
                </c:pt>
                <c:pt idx="57">
                  <c:v>5.8</c:v>
                </c:pt>
                <c:pt idx="58">
                  <c:v>5.9</c:v>
                </c:pt>
                <c:pt idx="59">
                  <c:v>6</c:v>
                </c:pt>
                <c:pt idx="60">
                  <c:v>6.1</c:v>
                </c:pt>
                <c:pt idx="61">
                  <c:v>6.2</c:v>
                </c:pt>
                <c:pt idx="62">
                  <c:v>6.3</c:v>
                </c:pt>
                <c:pt idx="63">
                  <c:v>6.4</c:v>
                </c:pt>
                <c:pt idx="64">
                  <c:v>6.5</c:v>
                </c:pt>
                <c:pt idx="65">
                  <c:v>6.6</c:v>
                </c:pt>
                <c:pt idx="66">
                  <c:v>6.7</c:v>
                </c:pt>
                <c:pt idx="67">
                  <c:v>6.8</c:v>
                </c:pt>
                <c:pt idx="68">
                  <c:v>6.9</c:v>
                </c:pt>
                <c:pt idx="69">
                  <c:v>7</c:v>
                </c:pt>
                <c:pt idx="70">
                  <c:v>7.1</c:v>
                </c:pt>
                <c:pt idx="71">
                  <c:v>7.2</c:v>
                </c:pt>
                <c:pt idx="72">
                  <c:v>7.3</c:v>
                </c:pt>
                <c:pt idx="73">
                  <c:v>7.4</c:v>
                </c:pt>
                <c:pt idx="74">
                  <c:v>7.5</c:v>
                </c:pt>
                <c:pt idx="75">
                  <c:v>7.6</c:v>
                </c:pt>
                <c:pt idx="76">
                  <c:v>7.7</c:v>
                </c:pt>
                <c:pt idx="77">
                  <c:v>7.8</c:v>
                </c:pt>
                <c:pt idx="78">
                  <c:v>7.9</c:v>
                </c:pt>
                <c:pt idx="79">
                  <c:v>8</c:v>
                </c:pt>
                <c:pt idx="80">
                  <c:v>8.1</c:v>
                </c:pt>
                <c:pt idx="81">
                  <c:v>8.2</c:v>
                </c:pt>
                <c:pt idx="82">
                  <c:v>8.3</c:v>
                </c:pt>
                <c:pt idx="83">
                  <c:v>8.4</c:v>
                </c:pt>
                <c:pt idx="84">
                  <c:v>8.5</c:v>
                </c:pt>
                <c:pt idx="85">
                  <c:v>8.6</c:v>
                </c:pt>
                <c:pt idx="86">
                  <c:v>8.7</c:v>
                </c:pt>
                <c:pt idx="87">
                  <c:v>8.8</c:v>
                </c:pt>
                <c:pt idx="88">
                  <c:v>8.9</c:v>
                </c:pt>
                <c:pt idx="89">
                  <c:v>9</c:v>
                </c:pt>
                <c:pt idx="90">
                  <c:v>9.1</c:v>
                </c:pt>
                <c:pt idx="91">
                  <c:v>9.2</c:v>
                </c:pt>
                <c:pt idx="92">
                  <c:v>9.3</c:v>
                </c:pt>
                <c:pt idx="93">
                  <c:v>9.4</c:v>
                </c:pt>
                <c:pt idx="94">
                  <c:v>9.5</c:v>
                </c:pt>
                <c:pt idx="95">
                  <c:v>9.6</c:v>
                </c:pt>
                <c:pt idx="96">
                  <c:v>9.7</c:v>
                </c:pt>
                <c:pt idx="97">
                  <c:v>9.8</c:v>
                </c:pt>
                <c:pt idx="98">
                  <c:v>9.9</c:v>
                </c:pt>
                <c:pt idx="99">
                  <c:v>10</c:v>
                </c:pt>
              </c:numCache>
            </c:numRef>
          </c:xVal>
          <c:yVal>
            <c:numRef>
              <c:f>'Chart Data'!$B$2:$B$101</c:f>
              <c:numCache>
                <c:formatCode>0</c:formatCode>
                <c:ptCount val="100"/>
                <c:pt idx="0">
                  <c:v>9.28</c:v>
                </c:pt>
                <c:pt idx="1">
                  <c:v>10.01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10.01</c:v>
                </c:pt>
                <c:pt idx="37">
                  <c:v>9.4</c:v>
                </c:pt>
                <c:pt idx="38">
                  <c:v>13.64</c:v>
                </c:pt>
                <c:pt idx="39">
                  <c:v>10.33</c:v>
                </c:pt>
                <c:pt idx="40">
                  <c:v>15.88</c:v>
                </c:pt>
                <c:pt idx="41">
                  <c:v>12.92</c:v>
                </c:pt>
                <c:pt idx="42">
                  <c:v>15.95</c:v>
                </c:pt>
                <c:pt idx="43">
                  <c:v>19.13</c:v>
                </c:pt>
                <c:pt idx="44">
                  <c:v>18.21</c:v>
                </c:pt>
                <c:pt idx="45">
                  <c:v>19.96</c:v>
                </c:pt>
                <c:pt idx="46">
                  <c:v>19.37</c:v>
                </c:pt>
                <c:pt idx="47">
                  <c:v>18.87</c:v>
                </c:pt>
                <c:pt idx="48">
                  <c:v>24.05</c:v>
                </c:pt>
                <c:pt idx="49">
                  <c:v>16.57</c:v>
                </c:pt>
                <c:pt idx="50">
                  <c:v>11.46</c:v>
                </c:pt>
                <c:pt idx="51">
                  <c:v>15.57</c:v>
                </c:pt>
                <c:pt idx="52">
                  <c:v>18.15</c:v>
                </c:pt>
                <c:pt idx="53">
                  <c:v>26.39</c:v>
                </c:pt>
                <c:pt idx="54">
                  <c:v>26.59</c:v>
                </c:pt>
                <c:pt idx="55">
                  <c:v>37.29</c:v>
                </c:pt>
                <c:pt idx="56">
                  <c:v>38.45</c:v>
                </c:pt>
                <c:pt idx="57">
                  <c:v>40.42</c:v>
                </c:pt>
                <c:pt idx="58">
                  <c:v>32.48</c:v>
                </c:pt>
                <c:pt idx="59">
                  <c:v>38.83</c:v>
                </c:pt>
                <c:pt idx="60">
                  <c:v>40.58</c:v>
                </c:pt>
                <c:pt idx="61">
                  <c:v>39.82</c:v>
                </c:pt>
                <c:pt idx="62">
                  <c:v>31.22</c:v>
                </c:pt>
                <c:pt idx="63">
                  <c:v>47.64</c:v>
                </c:pt>
                <c:pt idx="64">
                  <c:v>46.52</c:v>
                </c:pt>
                <c:pt idx="65">
                  <c:v>36.91</c:v>
                </c:pt>
                <c:pt idx="66">
                  <c:v>49</c:v>
                </c:pt>
                <c:pt idx="67">
                  <c:v>41.09</c:v>
                </c:pt>
                <c:pt idx="68">
                  <c:v>45.76</c:v>
                </c:pt>
                <c:pt idx="69">
                  <c:v>49.72</c:v>
                </c:pt>
                <c:pt idx="70">
                  <c:v>48.56</c:v>
                </c:pt>
                <c:pt idx="71">
                  <c:v>51.17</c:v>
                </c:pt>
                <c:pt idx="72">
                  <c:v>56.72</c:v>
                </c:pt>
                <c:pt idx="73">
                  <c:v>49.66</c:v>
                </c:pt>
                <c:pt idx="74">
                  <c:v>42.5</c:v>
                </c:pt>
                <c:pt idx="75">
                  <c:v>39.93</c:v>
                </c:pt>
                <c:pt idx="76">
                  <c:v>45.21</c:v>
                </c:pt>
                <c:pt idx="77">
                  <c:v>45.06</c:v>
                </c:pt>
                <c:pt idx="78">
                  <c:v>43.5</c:v>
                </c:pt>
                <c:pt idx="79">
                  <c:v>46.57</c:v>
                </c:pt>
                <c:pt idx="80">
                  <c:v>31.92</c:v>
                </c:pt>
                <c:pt idx="81">
                  <c:v>49.23</c:v>
                </c:pt>
                <c:pt idx="82">
                  <c:v>45.91</c:v>
                </c:pt>
                <c:pt idx="83">
                  <c:v>52.12</c:v>
                </c:pt>
                <c:pt idx="84">
                  <c:v>51.67</c:v>
                </c:pt>
                <c:pt idx="85">
                  <c:v>42.47</c:v>
                </c:pt>
                <c:pt idx="86">
                  <c:v>48.43</c:v>
                </c:pt>
                <c:pt idx="87">
                  <c:v>47.21</c:v>
                </c:pt>
                <c:pt idx="88">
                  <c:v>44.94</c:v>
                </c:pt>
                <c:pt idx="89">
                  <c:v>37.05</c:v>
                </c:pt>
                <c:pt idx="90">
                  <c:v>43.77</c:v>
                </c:pt>
                <c:pt idx="91">
                  <c:v>45.32</c:v>
                </c:pt>
                <c:pt idx="92">
                  <c:v>49.05</c:v>
                </c:pt>
                <c:pt idx="93">
                  <c:v>43.08</c:v>
                </c:pt>
                <c:pt idx="94">
                  <c:v>33.16</c:v>
                </c:pt>
                <c:pt idx="95">
                  <c:v>50.53</c:v>
                </c:pt>
                <c:pt idx="96">
                  <c:v>39.25</c:v>
                </c:pt>
                <c:pt idx="97">
                  <c:v>55.51</c:v>
                </c:pt>
                <c:pt idx="98">
                  <c:v>42.25</c:v>
                </c:pt>
                <c:pt idx="99">
                  <c:v>53.43</c:v>
                </c:pt>
              </c:numCache>
            </c:numRef>
          </c:yVal>
          <c:smooth val="0"/>
        </c:ser>
        <c:ser>
          <c:idx val="1"/>
          <c:order val="1"/>
          <c:tx>
            <c:v>CLR</c:v>
          </c:tx>
          <c:spPr>
            <a:ln xmlns:a="http://schemas.openxmlformats.org/drawingml/2006/main" w="24765">
              <a:solidFill>
                <a:srgbClr val="2878C8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</c:v>
                </c:pt>
                <c:pt idx="22">
                  <c:v>2.3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4.1</c:v>
                </c:pt>
                <c:pt idx="41">
                  <c:v>4.2</c:v>
                </c:pt>
                <c:pt idx="42">
                  <c:v>4.3</c:v>
                </c:pt>
                <c:pt idx="43">
                  <c:v>4.4</c:v>
                </c:pt>
                <c:pt idx="44">
                  <c:v>4.5</c:v>
                </c:pt>
                <c:pt idx="45">
                  <c:v>4.6</c:v>
                </c:pt>
                <c:pt idx="46">
                  <c:v>4.7</c:v>
                </c:pt>
                <c:pt idx="47">
                  <c:v>4.8</c:v>
                </c:pt>
                <c:pt idx="48">
                  <c:v>4.9</c:v>
                </c:pt>
                <c:pt idx="49">
                  <c:v>5</c:v>
                </c:pt>
                <c:pt idx="50">
                  <c:v>5.1</c:v>
                </c:pt>
                <c:pt idx="51">
                  <c:v>5.2</c:v>
                </c:pt>
                <c:pt idx="52">
                  <c:v>5.3</c:v>
                </c:pt>
                <c:pt idx="53">
                  <c:v>5.4</c:v>
                </c:pt>
                <c:pt idx="54">
                  <c:v>5.5</c:v>
                </c:pt>
                <c:pt idx="55">
                  <c:v>5.6</c:v>
                </c:pt>
                <c:pt idx="56">
                  <c:v>5.7</c:v>
                </c:pt>
                <c:pt idx="57">
                  <c:v>5.8</c:v>
                </c:pt>
                <c:pt idx="58">
                  <c:v>5.9</c:v>
                </c:pt>
                <c:pt idx="59">
                  <c:v>6</c:v>
                </c:pt>
                <c:pt idx="60">
                  <c:v>6.1</c:v>
                </c:pt>
                <c:pt idx="61">
                  <c:v>6.2</c:v>
                </c:pt>
                <c:pt idx="62">
                  <c:v>6.3</c:v>
                </c:pt>
                <c:pt idx="63">
                  <c:v>6.4</c:v>
                </c:pt>
                <c:pt idx="64">
                  <c:v>6.5</c:v>
                </c:pt>
                <c:pt idx="65">
                  <c:v>6.6</c:v>
                </c:pt>
                <c:pt idx="66">
                  <c:v>6.7</c:v>
                </c:pt>
                <c:pt idx="67">
                  <c:v>6.8</c:v>
                </c:pt>
                <c:pt idx="68">
                  <c:v>6.9</c:v>
                </c:pt>
                <c:pt idx="69">
                  <c:v>7</c:v>
                </c:pt>
                <c:pt idx="70">
                  <c:v>7.1</c:v>
                </c:pt>
                <c:pt idx="71">
                  <c:v>7.2</c:v>
                </c:pt>
                <c:pt idx="72">
                  <c:v>7.3</c:v>
                </c:pt>
                <c:pt idx="73">
                  <c:v>7.4</c:v>
                </c:pt>
                <c:pt idx="74">
                  <c:v>7.5</c:v>
                </c:pt>
                <c:pt idx="75">
                  <c:v>7.6</c:v>
                </c:pt>
                <c:pt idx="76">
                  <c:v>7.7</c:v>
                </c:pt>
                <c:pt idx="77">
                  <c:v>7.8</c:v>
                </c:pt>
                <c:pt idx="78">
                  <c:v>7.9</c:v>
                </c:pt>
                <c:pt idx="79">
                  <c:v>8</c:v>
                </c:pt>
                <c:pt idx="80">
                  <c:v>8.1</c:v>
                </c:pt>
                <c:pt idx="81">
                  <c:v>8.2</c:v>
                </c:pt>
                <c:pt idx="82">
                  <c:v>8.3</c:v>
                </c:pt>
                <c:pt idx="83">
                  <c:v>8.4</c:v>
                </c:pt>
                <c:pt idx="84">
                  <c:v>8.5</c:v>
                </c:pt>
                <c:pt idx="85">
                  <c:v>8.6</c:v>
                </c:pt>
                <c:pt idx="86">
                  <c:v>8.7</c:v>
                </c:pt>
                <c:pt idx="87">
                  <c:v>8.8</c:v>
                </c:pt>
                <c:pt idx="88">
                  <c:v>8.9</c:v>
                </c:pt>
                <c:pt idx="89">
                  <c:v>9</c:v>
                </c:pt>
                <c:pt idx="90">
                  <c:v>9.1</c:v>
                </c:pt>
                <c:pt idx="91">
                  <c:v>9.2</c:v>
                </c:pt>
                <c:pt idx="92">
                  <c:v>9.3</c:v>
                </c:pt>
                <c:pt idx="93">
                  <c:v>9.4</c:v>
                </c:pt>
                <c:pt idx="94">
                  <c:v>9.5</c:v>
                </c:pt>
                <c:pt idx="95">
                  <c:v>9.6</c:v>
                </c:pt>
                <c:pt idx="96">
                  <c:v>9.7</c:v>
                </c:pt>
                <c:pt idx="97">
                  <c:v>9.8</c:v>
                </c:pt>
                <c:pt idx="98">
                  <c:v>9.9</c:v>
                </c:pt>
                <c:pt idx="99">
                  <c:v>10</c:v>
                </c:pt>
              </c:numCache>
            </c:numRef>
          </c:xVal>
          <c:yVal>
            <c:numRef>
              <c:f>'Chart Data'!$D$2:$D$101</c:f>
              <c:numCache>
                <c:formatCode>0</c:formatCode>
                <c:ptCount val="100"/>
                <c:pt idx="0">
                  <c:v>24.76</c:v>
                </c:pt>
                <c:pt idx="1">
                  <c:v>45.8</c:v>
                </c:pt>
                <c:pt idx="2">
                  <c:v>53.48</c:v>
                </c:pt>
                <c:pt idx="3">
                  <c:v>63.87</c:v>
                </c:pt>
                <c:pt idx="4">
                  <c:v>68.59</c:v>
                </c:pt>
                <c:pt idx="5">
                  <c:v>65.14</c:v>
                </c:pt>
                <c:pt idx="6">
                  <c:v>68.28</c:v>
                </c:pt>
                <c:pt idx="7">
                  <c:v>67.62</c:v>
                </c:pt>
                <c:pt idx="8">
                  <c:v>73.02</c:v>
                </c:pt>
                <c:pt idx="9">
                  <c:v>70.7</c:v>
                </c:pt>
                <c:pt idx="10">
                  <c:v>73.04</c:v>
                </c:pt>
                <c:pt idx="11">
                  <c:v>75.31</c:v>
                </c:pt>
                <c:pt idx="12">
                  <c:v>63.36</c:v>
                </c:pt>
                <c:pt idx="13">
                  <c:v>76.49</c:v>
                </c:pt>
                <c:pt idx="14">
                  <c:v>78.56</c:v>
                </c:pt>
                <c:pt idx="15">
                  <c:v>74.74</c:v>
                </c:pt>
                <c:pt idx="16">
                  <c:v>74.79</c:v>
                </c:pt>
                <c:pt idx="17">
                  <c:v>74.24</c:v>
                </c:pt>
                <c:pt idx="18">
                  <c:v>75.15</c:v>
                </c:pt>
                <c:pt idx="19">
                  <c:v>71.66</c:v>
                </c:pt>
                <c:pt idx="20">
                  <c:v>62.8</c:v>
                </c:pt>
                <c:pt idx="21">
                  <c:v>74.44</c:v>
                </c:pt>
                <c:pt idx="22">
                  <c:v>77.85</c:v>
                </c:pt>
                <c:pt idx="23">
                  <c:v>77.52</c:v>
                </c:pt>
                <c:pt idx="24">
                  <c:v>73.36</c:v>
                </c:pt>
                <c:pt idx="25">
                  <c:v>77.11</c:v>
                </c:pt>
                <c:pt idx="26">
                  <c:v>57.95</c:v>
                </c:pt>
                <c:pt idx="27">
                  <c:v>77.74</c:v>
                </c:pt>
                <c:pt idx="28">
                  <c:v>71.93</c:v>
                </c:pt>
                <c:pt idx="29">
                  <c:v>77.91</c:v>
                </c:pt>
                <c:pt idx="30">
                  <c:v>72.87</c:v>
                </c:pt>
                <c:pt idx="31">
                  <c:v>73.82</c:v>
                </c:pt>
                <c:pt idx="32">
                  <c:v>71.44</c:v>
                </c:pt>
                <c:pt idx="33">
                  <c:v>73.03</c:v>
                </c:pt>
                <c:pt idx="34">
                  <c:v>75.19</c:v>
                </c:pt>
                <c:pt idx="35">
                  <c:v>79.5</c:v>
                </c:pt>
                <c:pt idx="36">
                  <c:v>79.2</c:v>
                </c:pt>
                <c:pt idx="37">
                  <c:v>77.57</c:v>
                </c:pt>
                <c:pt idx="38">
                  <c:v>66.7</c:v>
                </c:pt>
                <c:pt idx="39">
                  <c:v>75.22</c:v>
                </c:pt>
                <c:pt idx="40">
                  <c:v>77.48</c:v>
                </c:pt>
                <c:pt idx="41">
                  <c:v>78.56</c:v>
                </c:pt>
                <c:pt idx="42">
                  <c:v>72.57</c:v>
                </c:pt>
                <c:pt idx="43">
                  <c:v>71.98</c:v>
                </c:pt>
                <c:pt idx="44">
                  <c:v>74.99</c:v>
                </c:pt>
                <c:pt idx="45">
                  <c:v>67.81</c:v>
                </c:pt>
                <c:pt idx="46">
                  <c:v>71.87</c:v>
                </c:pt>
                <c:pt idx="47">
                  <c:v>76.31</c:v>
                </c:pt>
                <c:pt idx="48">
                  <c:v>76.57</c:v>
                </c:pt>
                <c:pt idx="49">
                  <c:v>78.47</c:v>
                </c:pt>
                <c:pt idx="50">
                  <c:v>68.14</c:v>
                </c:pt>
                <c:pt idx="51">
                  <c:v>71.66</c:v>
                </c:pt>
                <c:pt idx="52">
                  <c:v>74.96</c:v>
                </c:pt>
                <c:pt idx="53">
                  <c:v>73.87</c:v>
                </c:pt>
                <c:pt idx="54">
                  <c:v>77.26</c:v>
                </c:pt>
                <c:pt idx="55">
                  <c:v>79.89</c:v>
                </c:pt>
                <c:pt idx="56">
                  <c:v>71.47</c:v>
                </c:pt>
                <c:pt idx="57">
                  <c:v>70.05</c:v>
                </c:pt>
                <c:pt idx="58">
                  <c:v>77.51</c:v>
                </c:pt>
                <c:pt idx="59">
                  <c:v>73.11</c:v>
                </c:pt>
                <c:pt idx="60">
                  <c:v>73.24</c:v>
                </c:pt>
                <c:pt idx="61">
                  <c:v>76.57</c:v>
                </c:pt>
                <c:pt idx="62">
                  <c:v>78.98</c:v>
                </c:pt>
                <c:pt idx="63">
                  <c:v>76.95</c:v>
                </c:pt>
                <c:pt idx="64">
                  <c:v>78.22</c:v>
                </c:pt>
                <c:pt idx="65">
                  <c:v>73.98</c:v>
                </c:pt>
                <c:pt idx="66">
                  <c:v>76.07</c:v>
                </c:pt>
                <c:pt idx="67">
                  <c:v>80.31</c:v>
                </c:pt>
                <c:pt idx="68">
                  <c:v>72.95</c:v>
                </c:pt>
                <c:pt idx="69">
                  <c:v>70.04</c:v>
                </c:pt>
                <c:pt idx="70">
                  <c:v>82.6</c:v>
                </c:pt>
                <c:pt idx="71">
                  <c:v>80.09</c:v>
                </c:pt>
                <c:pt idx="72">
                  <c:v>81.54</c:v>
                </c:pt>
                <c:pt idx="73">
                  <c:v>76.62</c:v>
                </c:pt>
                <c:pt idx="74">
                  <c:v>80.51</c:v>
                </c:pt>
                <c:pt idx="75">
                  <c:v>75.72</c:v>
                </c:pt>
                <c:pt idx="76">
                  <c:v>73.71</c:v>
                </c:pt>
                <c:pt idx="77">
                  <c:v>79.96</c:v>
                </c:pt>
                <c:pt idx="78">
                  <c:v>78.87</c:v>
                </c:pt>
                <c:pt idx="79">
                  <c:v>76.98</c:v>
                </c:pt>
                <c:pt idx="80">
                  <c:v>80.89</c:v>
                </c:pt>
                <c:pt idx="81">
                  <c:v>83.51</c:v>
                </c:pt>
                <c:pt idx="82">
                  <c:v>79.24</c:v>
                </c:pt>
                <c:pt idx="83">
                  <c:v>83.99</c:v>
                </c:pt>
                <c:pt idx="84">
                  <c:v>84.58</c:v>
                </c:pt>
                <c:pt idx="85">
                  <c:v>82.2</c:v>
                </c:pt>
                <c:pt idx="86">
                  <c:v>81.72</c:v>
                </c:pt>
                <c:pt idx="87">
                  <c:v>79.43</c:v>
                </c:pt>
                <c:pt idx="88">
                  <c:v>75.1</c:v>
                </c:pt>
                <c:pt idx="89">
                  <c:v>81.78</c:v>
                </c:pt>
                <c:pt idx="90">
                  <c:v>83.18</c:v>
                </c:pt>
                <c:pt idx="91">
                  <c:v>87.91</c:v>
                </c:pt>
                <c:pt idx="92">
                  <c:v>88.55</c:v>
                </c:pt>
                <c:pt idx="93">
                  <c:v>88.9</c:v>
                </c:pt>
                <c:pt idx="94">
                  <c:v>88.83</c:v>
                </c:pt>
                <c:pt idx="95">
                  <c:v>90.33</c:v>
                </c:pt>
                <c:pt idx="96">
                  <c:v>91.73</c:v>
                </c:pt>
                <c:pt idx="97">
                  <c:v>91.87</c:v>
                </c:pt>
                <c:pt idx="98">
                  <c:v>91.9</c:v>
                </c:pt>
                <c:pt idx="99">
                  <c:v>91.95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Точность на тесте,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Тысячи шагов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555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1cycle</c:v>
          </c:tx>
          <c:spPr>
            <a:ln xmlns:a="http://schemas.openxmlformats.org/drawingml/2006/main" w="24765">
              <a:solidFill>
                <a:srgbClr val="2878C8"/>
              </a:solidFill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1.006933</c:v>
                </c:pt>
                <c:pt idx="1">
                  <c:v>2.013867</c:v>
                </c:pt>
                <c:pt idx="2">
                  <c:v>3.0208</c:v>
                </c:pt>
                <c:pt idx="3">
                  <c:v>4.027733</c:v>
                </c:pt>
                <c:pt idx="4">
                  <c:v>5.034667</c:v>
                </c:pt>
                <c:pt idx="5">
                  <c:v>6.0416</c:v>
                </c:pt>
                <c:pt idx="6">
                  <c:v>7.048533</c:v>
                </c:pt>
                <c:pt idx="7">
                  <c:v>8.055467</c:v>
                </c:pt>
                <c:pt idx="8">
                  <c:v>9.0624</c:v>
                </c:pt>
                <c:pt idx="9">
                  <c:v>10.069333</c:v>
                </c:pt>
                <c:pt idx="10">
                  <c:v>11.076267</c:v>
                </c:pt>
                <c:pt idx="11">
                  <c:v>12.0064</c:v>
                </c:pt>
              </c:numCache>
            </c:numRef>
          </c:xVal>
          <c:yVal>
            <c:numRef>
              <c:f>'Chart Data'!$B$2:$B$13</c:f>
              <c:numCache>
                <c:formatCode>0</c:formatCode>
                <c:ptCount val="12"/>
                <c:pt idx="0">
                  <c:v>96.7533</c:v>
                </c:pt>
                <c:pt idx="1">
                  <c:v>97.9767</c:v>
                </c:pt>
                <c:pt idx="2">
                  <c:v>98.42</c:v>
                </c:pt>
                <c:pt idx="3">
                  <c:v>98.5767</c:v>
                </c:pt>
                <c:pt idx="4">
                  <c:v>98.6933</c:v>
                </c:pt>
                <c:pt idx="5">
                  <c:v>98.7633</c:v>
                </c:pt>
                <c:pt idx="6">
                  <c:v>98.8367</c:v>
                </c:pt>
                <c:pt idx="7">
                  <c:v>98.75</c:v>
                </c:pt>
                <c:pt idx="8">
                  <c:v>98.8333</c:v>
                </c:pt>
                <c:pt idx="9">
                  <c:v>98.9733</c:v>
                </c:pt>
                <c:pt idx="10">
                  <c:v>99.06</c:v>
                </c:pt>
                <c:pt idx="11">
                  <c:v>99.1267</c:v>
                </c:pt>
              </c:numCache>
            </c:numRef>
          </c:yVal>
          <c:smooth val="0"/>
        </c:ser>
        <c:ser>
          <c:idx val="1"/>
          <c:order val="1"/>
          <c:tx>
            <c:v>Короткий baseline</c:v>
          </c:tx>
          <c:spPr>
            <a:ln xmlns:a="http://schemas.openxmlformats.org/drawingml/2006/main" w="24765">
              <a:solidFill>
                <a:srgbClr val="F36B32"/>
              </a:solidFill>
            </a:ln>
          </c:spPr>
          <c:marker>
            <c:symbol val="none"/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1.006933</c:v>
                </c:pt>
                <c:pt idx="1">
                  <c:v>2.013867</c:v>
                </c:pt>
                <c:pt idx="2">
                  <c:v>3.0208</c:v>
                </c:pt>
                <c:pt idx="3">
                  <c:v>4.027733</c:v>
                </c:pt>
                <c:pt idx="4">
                  <c:v>5.034667</c:v>
                </c:pt>
                <c:pt idx="5">
                  <c:v>6.0416</c:v>
                </c:pt>
                <c:pt idx="6">
                  <c:v>7.048533</c:v>
                </c:pt>
                <c:pt idx="7">
                  <c:v>8.055467</c:v>
                </c:pt>
                <c:pt idx="8">
                  <c:v>9.0624</c:v>
                </c:pt>
                <c:pt idx="9">
                  <c:v>10.069333</c:v>
                </c:pt>
                <c:pt idx="10">
                  <c:v>11.076267</c:v>
                </c:pt>
                <c:pt idx="11">
                  <c:v>12.0064</c:v>
                </c:pt>
              </c:numCache>
            </c:numRef>
          </c:xVal>
          <c:yVal>
            <c:numRef>
              <c:f>'Chart Data'!$D$2:$D$13</c:f>
              <c:numCache>
                <c:formatCode>0</c:formatCode>
                <c:ptCount val="12"/>
                <c:pt idx="0">
                  <c:v>94.5367</c:v>
                </c:pt>
                <c:pt idx="1">
                  <c:v>96.6833</c:v>
                </c:pt>
                <c:pt idx="2">
                  <c:v>97.4833</c:v>
                </c:pt>
                <c:pt idx="3">
                  <c:v>97.8533</c:v>
                </c:pt>
                <c:pt idx="4">
                  <c:v>98.0533</c:v>
                </c:pt>
                <c:pt idx="5">
                  <c:v>98.1867</c:v>
                </c:pt>
                <c:pt idx="6">
                  <c:v>98.3067</c:v>
                </c:pt>
                <c:pt idx="7">
                  <c:v>98.44</c:v>
                </c:pt>
                <c:pt idx="8">
                  <c:v>98.4733</c:v>
                </c:pt>
                <c:pt idx="9">
                  <c:v>98.5467</c:v>
                </c:pt>
                <c:pt idx="10">
                  <c:v>98.6067</c:v>
                </c:pt>
                <c:pt idx="11">
                  <c:v>98.6267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94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Средняя точность,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2.1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Эпохи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A9A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5555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Обучение, мин</c:v>
          </c:tx>
          <c:dPt>
            <c:idx val="0"/>
            <c:invertIfNegative val="0"/>
            <c:spPr>
              <a:solidFill xmlns:a="http://schemas.openxmlformats.org/drawingml/2006/main">
                <a:srgbClr val="55555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78C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Baseline</c:v>
                </c:pt>
                <c:pt idx="1">
                  <c:v>CLR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100.85</c:v>
                </c:pt>
                <c:pt idx="1">
                  <c:v>12.61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E0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55555"/>
                    </a:solidFill>
                    <a:latin typeface="Helvetica Neue"/>
                    <a:ea typeface="Helvetica Neue"/>
                    <a:cs typeface="Helvetica Neue"/>
                  </a:rPr>
                  <a:t>Минуты обучения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555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3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78607-A50B-4015-ADA6-77DDCE7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Super-Convergence: Very Fast Training of</a:t>
            </a:r>
          </a:p>
          <a:p xmlns:a="http://schemas.openxmlformats.org/drawingml/2006/main">
            <a:pPr>
              <a:lnSpc>
                <a:spcPct val="123000"/>
              </a:lnSpc>
              <a:buNone/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Neural Networks Using Large Learning 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1471E-EA88-489B-97B6-D217567B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Leslie N. Smith, Nicholay Topin</a:t>
            </a: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· arXiv:1708.07120v3, 2018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AC506-694C-4107-A88D-9DCB8B7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Разбор статьи и воспроизведение на MNIST и CIFAR-10</a:t>
            </a:r>
          </a:p>
        </p:txBody>
      </p:sp>
    </p:spTree>
    <p:extLst>
      <p:ext uri="{BB962C8B-B14F-4D97-AF65-F5344CB8AC3E}">
        <p14:creationId xmlns:p14="http://schemas.microsoft.com/office/powerpoint/2010/main" val="76991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4B380-58BA-4307-8027-A6627E2C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Зачем это нужно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67C24-7F65-4132-99EA-B5EF24C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3EE4C-44A2-4FD7-8389-5CF86DB5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1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Обучение сети требует многих проходов по данным. При фиксированной модели и батче стоимость растёт с числом обновлений весов.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1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Learning rate (LR)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задаёт размер обновления. Слишком малый шаг замедляет обучение, слишком большой может сделать его неустойчивым.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1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Вопрос статьи: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можно ли временно использовать гораздо больший LR и получить сопоставимую точность за меньшее число шагов?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1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Super-convergence: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на некоторых режимах цикл LR сокращает обучение в несколько раз и иногда улучшает точность на тесте.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1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Эффект проверен на двух масштабах: </a:t>
            </a: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LeNet / MNIST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и </a:t>
            </a: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ResNet-56 / CIFAR-10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2522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8F73D-57DB-4581-B30B-148EC5F6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Метод: циклический learning 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42747-96A0-44F2-8D90-97D4C6C4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6B6F5-331A-41E2-A6EF-24337DF3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Упрощённый шаг SGD: </a:t>
            </a: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новые веса = старые веса − LR × градиент</a:t>
            </a:r>
            <a:r>
              <a: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8241-579F-48B4-A664-0515E4A4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 ← w − η ∇L(w)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739AB-A0A4-4FEA-8376-9C35834B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313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9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Подъём LR.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Сеть начинает с умеренных шагов, затем размер обновления растёт линейно до выбранного максимума.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9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Спад LR.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После максимума шаг уменьшается, чтобы сеть могла уточнить найденное решение.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9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1cycle.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В конце одного цикла LR опускается на несколько порядков ниже начального значения.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9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Важное различие: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опыт ResNet-56 из рис. 1a использует треугольный CLR без такого хвоста. Для MNIST воспроизведён 1cycle.</a:t>
            </a:r>
          </a:p>
        </p:txBody>
      </p:sp>
    </p:spTree>
    <p:extLst>
      <p:ext uri="{BB962C8B-B14F-4D97-AF65-F5344CB8AC3E}">
        <p14:creationId xmlns:p14="http://schemas.microsoft.com/office/powerpoint/2010/main" val="577360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8BE18-00B8-44B4-9ADE-A2EECF5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Почему большой LR может работать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F5C1F-24A8-41B6-84AF-538D6D17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0B81A-CD47-4E22-A004-AAF56CD3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Квадратичное приближение функции потерь вдоль градиента g: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E9ABE-8E8A-44E4-9F5F-788BBF56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7172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5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L(w − ηg) ≈ L(w) − η‖g‖² + ½η² gᵀHg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42864-9FE6-4160-97E6-564FA2D5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8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 — матрица вторых производных, то есть локальная кривизна потерь.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ED619-CDC8-480E-A35E-182672C4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Размер шага зависит от кривизны.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При слабой кривизне вдоль движения допустим больший LR. При сильной квадратичный член быстро растёт.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Объяснение авторов: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большой LR действует как регуляризация. Другую регуляризацию, например weight decay, нужно согласовать с ним.</a:t>
            </a:r>
          </a:p>
        </p:txBody>
      </p:sp>
    </p:spTree>
    <p:extLst>
      <p:ext uri="{BB962C8B-B14F-4D97-AF65-F5344CB8AC3E}">
        <p14:creationId xmlns:p14="http://schemas.microsoft.com/office/powerpoint/2010/main" val="266392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B16A3-764D-456D-9FEB-87DA1F41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Процедура статьи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BDD20-A4F9-45C6-B0BF-0C61F41D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92B6B-96C9-4094-8081-16F5B522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0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LR range test.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Запустить короткое обучение и постепенно увеличивать LR. Проследить, в каком диапазоне качество остаётся высоким.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0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Выбор диапазона.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Назначить границы LR и длину цикла для конкретной архитектуры и данных.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0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Согласование регуляризации.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Проверить weight decay, batch size и momentum. Большой LR меняет общий уровень регуляризации.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0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Основное обучение.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Провести один цикл и сравнить точность и затраты с обычным расписанием LR.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E2C42-7872-4253-A09F-95E8151F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В воспроизведении границы LR и бюджеты заданы опубликованным протоколом.</a:t>
            </a:r>
          </a:p>
          <a:p xmlns:a="http://schemas.openxmlformats.org/drawingml/2006/main">
            <a:pPr>
              <a:lnSpc>
                <a:spcPct val="123000"/>
              </a:lnSpc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LR range test и подбор гиперпараметров не повторялись.</a:t>
            </a:r>
          </a:p>
        </p:txBody>
      </p:sp>
    </p:spTree>
    <p:extLst>
      <p:ext uri="{BB962C8B-B14F-4D97-AF65-F5344CB8AC3E}">
        <p14:creationId xmlns:p14="http://schemas.microsoft.com/office/powerpoint/2010/main" val="1899402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C7178-2375-421B-8E49-2ABB4BA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Результаты статьи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73294-4918-4FDA-91B9-D04060F0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37F5B-F08D-424A-9B31-8E9587A58D6E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524250"/>
                <a:gridCol w="3638550"/>
              </a:tblGrid>
              <a:tr h="755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Данные и модель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Обычное обучение</a:t>
                      </a:r>
                    </a:p>
                  </a:txBody>
                  <a:tcPr marL="123825" marR="95250" marT="104775" marB="95250"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Цикл LR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</a:tr>
              <a:tr h="755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CIFAR-10 / ResNet-56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80 000 шагов</a:t>
                      </a:r>
                    </a:p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91,2% (максимум)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10 000 шагов</a:t>
                      </a:r>
                    </a:p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92,4% (финал)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755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MNIST / LeNet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85 эпох</a:t>
                      </a:r>
                    </a:p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99,03 ± 0,04%</a:t>
                      </a:r>
                    </a:p>
                  </a:txBody>
                  <a:tcPr marL="123825" marR="95250" marT="104775" marB="95250"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эпох</a:t>
                      </a:r>
                    </a:p>
                    <a:p>
                      <a:r>
                        <a:rPr sz="18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99,25 ± 0,03%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3B1F8-AD0B-4F40-A15F-F784162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Главное наблюдение: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сопоставимое или более высокое качество при существенно меньшем числе обновлений.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Авторы также проверяют другие ResNet, Wide ResNet, DenseNet и ImageNet.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C77FB-41AC-4F81-AD03-56F2BB33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4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CIFAR: рис. 1a. MNIST: табл. 2, финальная точность ± стандартное отклонение.</a:t>
            </a:r>
          </a:p>
        </p:txBody>
      </p:sp>
    </p:spTree>
    <p:extLst>
      <p:ext uri="{BB962C8B-B14F-4D97-AF65-F5344CB8AC3E}">
        <p14:creationId xmlns:p14="http://schemas.microsoft.com/office/powerpoint/2010/main" val="884824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12541-C75E-405B-9637-8B29BE34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Постановка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148A3-6679-4998-A598-3B6BE5D6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3E5E7-2AD7-48DC-9002-4B2BABD8EA4C}"/>
              </a:ext>
            </a:extLst>
          </p:cNvPr>
          <p:cNvGraphicFramePr/>
          <p:nvPr/>
        </p:nvGraphicFramePr>
        <p:xfrm>
          <a:off xmlns:a="http://schemas.openxmlformats.org/drawingml/2006/main" x="609600" y="1076325"/>
          <a:ext xmlns:a="http://schemas.openxmlformats.org/drawingml/2006/main" cx="10972800" cy="4162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162425"/>
                <a:gridCol w="4467225"/>
              </a:tblGrid>
              <a:tr h="59463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Параметр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MNIST / LeNet</a:t>
                      </a:r>
                    </a:p>
                  </a:txBody>
                  <a:tcPr marL="123825" marR="95250" marT="104775" marB="95250"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CIFAR-10 / ResNet-56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Обучение / тест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60 000 / 10 000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50 000 / 10 000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Батч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512</a:t>
                      </a:r>
                    </a:p>
                  </a:txBody>
                  <a:tcPr marL="123825" marR="95250" marT="104775" marB="952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1000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5F7F9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10 000 шагов ≈ 85 эпох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80 000 шагов = 1600 эпох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Цикл LR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1407 шагов ≈ 12 эпох</a:t>
                      </a:r>
                    </a:p>
                  </a:txBody>
                  <a:tcPr marL="123825" marR="95250" marT="104775" marB="952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10 000 шагов = 200 эпох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5F7F9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Повторы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seed на каждый режим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seed на каждый режим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Дополнительный опыт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 на 1407 шагах</a:t>
                      </a:r>
                    </a:p>
                  </a:txBody>
                  <a:tcPr marL="123825" marR="95250" marT="104775" marB="95250"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Срез baseline на 10 000 шагах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1EF16-C1C3-4D3B-A325-AF60D669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GPU:</a:t>
            </a:r>
            <a:r>
              <a: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 NVIDIA RTX PRO 6000 Blackwell Server Edition. PyTorch 2.10.0, CUDA 12.8.</a:t>
            </a:r>
            <a:br>
              <a: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</a:br>
            <a:r>
              <a: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Вычисления FP32, без AMP и TF32.</a:t>
            </a:r>
          </a:p>
        </p:txBody>
      </p:sp>
    </p:spTree>
    <p:extLst>
      <p:ext uri="{BB962C8B-B14F-4D97-AF65-F5344CB8AC3E}">
        <p14:creationId xmlns:p14="http://schemas.microsoft.com/office/powerpoint/2010/main" val="791027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A9999-6AAC-4DAD-A392-778EBAE6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Перенос авторского кода из Caffe в PyTorch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C41EC-3814-4B94-9DE9-BFFB427B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5F97C-7C70-4B63-95D2-FED131BF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3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Архитектура.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Перенесён авторский ResNet-56: 808 682 параметра и 27 остаточных блоков. Переходы между группами отличаются от типичной реализации ResNet.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3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SGD.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В Caffe learning rate входит в буфер momentum. Поэтому при меняющемся LR его правило обновления воспроизведено отдельно.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F1F2A-90A7-489B-B84A-A64F04F2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5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 ← μv + η(g + λw),       w ← w − 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6E4E7-30CC-4382-8395-5B36AE9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BatchNorm.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У авторов общий batch 1000 делится на 8 GPU по 125. На одной GPU статистики считаются в восьми группах по 125 примеров.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Данные.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Сохранена авторская обработка CIFAR: вычитание среднего изображения и случайное горизонтальное отражение, без дополненного crop.</a:t>
            </a:r>
          </a:p>
        </p:txBody>
      </p:sp>
    </p:spTree>
    <p:extLst>
      <p:ext uri="{BB962C8B-B14F-4D97-AF65-F5344CB8AC3E}">
        <p14:creationId xmlns:p14="http://schemas.microsoft.com/office/powerpoint/2010/main" val="2048121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F039B-B641-45CD-B7FD-98C9871E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Расписания LR в экспериментах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59207-808D-4675-9A7E-A3A837D6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D4CFB-C41A-4793-9CA8-AC617CB3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CIFAR-10: CLR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DA5A9-53A0-4C18-AB5F-8A49D6DD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MNIST: 1cycle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313460E-8D48-47A4-8F93-2D82182C86B0}"/>
              </a:ext>
            </a:extLst>
          </p:cNvPr>
          <p:cNvGraphicFramePr/>
          <p:nvPr/>
        </p:nvGraphicFramePr>
        <p:xfrm>
          <a:off xmlns:a="http://schemas.openxmlformats.org/drawingml/2006/main" x="428625" y="1571625"/>
          <a:ext xmlns:a="http://schemas.openxmlformats.org/drawingml/2006/main" cx="5476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2270c0164b46bf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A19AEAD-F664-49AF-8639-D8295B9ED7AC}"/>
              </a:ext>
            </a:extLst>
          </p:cNvPr>
          <p:cNvGraphicFramePr/>
          <p:nvPr/>
        </p:nvGraphicFramePr>
        <p:xfrm>
          <a:off xmlns:a="http://schemas.openxmlformats.org/drawingml/2006/main" x="6191250" y="1571625"/>
          <a:ext xmlns:a="http://schemas.openxmlformats.org/drawingml/2006/main" cx="5476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803f1a8bec49b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63B5B-EDB7-4B5C-9120-B6A43940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238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Momentum:</a:t>
            </a: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0,9, постоянный.</a:t>
            </a:r>
            <a:b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</a:b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BN decay:</a:t>
            </a: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0,999 у baseline и 0,95 у CLR.</a:t>
            </a:r>
            <a:b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</a:b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Baseline: LR 0,35, спад ×0,1 на 50k и 70k.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DD8BC-6AA6-4E94-8F6D-1A653521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5238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Momentum:</a:t>
            </a: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0,95 / 0,80 / 0,95.</a:t>
            </a:r>
            <a:b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</a:b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Конечный LR 10⁻⁵:</a:t>
            </a: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допущение воспроизведения.</a:t>
            </a:r>
            <a:b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</a:b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Baseline: inverse LR, начало 0,01.</a:t>
            </a:r>
          </a:p>
        </p:txBody>
      </p:sp>
    </p:spTree>
    <p:extLst>
      <p:ext uri="{BB962C8B-B14F-4D97-AF65-F5344CB8AC3E}">
        <p14:creationId xmlns:p14="http://schemas.microsoft.com/office/powerpoint/2010/main" val="15662325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4C6FB-0E8B-49AB-9851-5A258C77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 1. ResNet-56 на CIFAR-10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9A790-58C9-40A0-8B00-D1C1AABF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57541-B6C6-48C5-BE08-5782912A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Полные бюджеты, 1 запуск на режим.</a:t>
            </a:r>
          </a:p>
          <a:p xmlns:a="http://schemas.openxmlformats.org/drawingml/2006/main">
            <a:pPr>
              <a:lnSpc>
                <a:spcPct val="123000"/>
              </a:lnSpc>
              <a:buNone/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Точность на последнем шаге.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51D5F-4DF1-44F7-859A-5BA6EA0C76AD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4695825" cy="156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352550"/>
                <a:gridCol w="1666875"/>
              </a:tblGrid>
              <a:tr h="520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Режим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Шаги</a:t>
                      </a:r>
                    </a:p>
                  </a:txBody>
                  <a:tcPr marL="123825" marR="95250" marT="104775" marB="95250"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Точность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80 000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90,54%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CLR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10 000</a:t>
                      </a:r>
                    </a:p>
                  </a:txBody>
                  <a:tcPr marL="123825" marR="95250" marT="104775" marB="95250"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91,95%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2727C-B37F-473F-93AE-DE85832F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71487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500"/>
              </a:spcAft>
              <a:buChar char="•"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CLR выше на 1,41 п. п.</a:t>
            </a: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при восьмикратно меньшем числе шагов.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500"/>
              </a:spcAft>
              <a:buChar char="•"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 относится к двум полным протоколам: вместе с LR меняется </a:t>
            </a: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BN decay</a:t>
            </a: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C4AA81E-19A7-4586-9A41-DEE457980204}"/>
              </a:ext>
            </a:extLst>
          </p:cNvPr>
          <p:cNvGraphicFramePr/>
          <p:nvPr/>
        </p:nvGraphicFramePr>
        <p:xfrm>
          <a:off xmlns:a="http://schemas.openxmlformats.org/drawingml/2006/main" x="5476875" y="1476375"/>
          <a:ext xmlns:a="http://schemas.openxmlformats.org/drawingml/2006/main" cx="6238875" cy="408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2f8cf84f7240dd"/>
          </a:graphicData>
        </a:graphic>
      </p:graphicFrame>
    </p:spTree>
    <p:extLst>
      <p:ext uri="{BB962C8B-B14F-4D97-AF65-F5344CB8AC3E}">
        <p14:creationId xmlns:p14="http://schemas.microsoft.com/office/powerpoint/2010/main" val="20131897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C2A77-1B56-49FB-B35B-E8B8A7CC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 2. Одинаковое число шагов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DC47D-DAD2-4347-9DE9-158A5B0A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B142C-814B-416A-B02E-D7EA2EF4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CIFAR-10, 10 000 шагов. Срез тех же обучений, без дополнительных запусков.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7101822-F26D-4DB7-8CDA-11272CC01E96}"/>
              </a:ext>
            </a:extLst>
          </p:cNvPr>
          <p:cNvGraphicFramePr/>
          <p:nvPr/>
        </p:nvGraphicFramePr>
        <p:xfrm>
          <a:off xmlns:a="http://schemas.openxmlformats.org/drawingml/2006/main" x="1171575" y="1647825"/>
          <a:ext xmlns:a="http://schemas.openxmlformats.org/drawingml/2006/main" cx="10001250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5756bcf89147a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AD9A6-6362-476B-846A-E67793AA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800"/>
              </a:spcAft>
              <a:buChar char="•"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 концу бюджета: </a:t>
            </a: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91,95% у CLR</a:t>
            </a: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против 53,43% у baseline.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800"/>
              </a:spcAft>
              <a:buChar char="•"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Baseline рассчитан на 80 000 шагов. Показано начало этого запуска. Отдельной настройки короткого обучения не было.</a:t>
            </a:r>
          </a:p>
        </p:txBody>
      </p:sp>
    </p:spTree>
    <p:extLst>
      <p:ext uri="{BB962C8B-B14F-4D97-AF65-F5344CB8AC3E}">
        <p14:creationId xmlns:p14="http://schemas.microsoft.com/office/powerpoint/2010/main" val="1454032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5CE9F-8186-4405-8F1F-882D815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 3. LeNet на MNIST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8C1CD-6863-4FD3-8513-9ABFDE00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2FDEB-AC18-406D-AB26-16BA0B08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 seed на режим. В таблице финальная точность, среднее ± SD.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2AB05-F40F-47A0-98A8-34D540D79835}"/>
              </a:ext>
            </a:extLst>
          </p:cNvPr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5019675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6425"/>
                <a:gridCol w="1047750"/>
                <a:gridCol w="2095500"/>
              </a:tblGrid>
              <a:tr h="5762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Режим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Шаги</a:t>
                      </a:r>
                    </a:p>
                  </a:txBody>
                  <a:tcPr marL="123825" marR="95250" marT="104775" marB="95250"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Точность, %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10 000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99,02 ± 0,05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1cycle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1407</a:t>
                      </a:r>
                    </a:p>
                  </a:txBody>
                  <a:tcPr marL="123825" marR="95250" marT="104775" marB="952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99,13 ± 0,04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5F7F9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Короткий</a:t>
                      </a:r>
                    </a:p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1407</a:t>
                      </a:r>
                    </a:p>
                  </a:txBody>
                  <a:tcPr marL="123825" marR="95250" marT="104775" marB="95250"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98,63 ± 0,05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C2B70-4D52-4F4E-A355-405C4432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95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7,1 раза меньше шагов</a:t>
            </a: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: качество 1cycle сопоставимо с длинным baseline.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При равных 1407 шагах 1cycle выше короткого baseline на </a:t>
            </a: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0,50 п. п.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7017807-AC8F-4785-BF86-2B2996E5B7D1}"/>
              </a:ext>
            </a:extLst>
          </p:cNvPr>
          <p:cNvGraphicFramePr/>
          <p:nvPr/>
        </p:nvGraphicFramePr>
        <p:xfrm>
          <a:off xmlns:a="http://schemas.openxmlformats.org/drawingml/2006/main" x="5762625" y="1676400"/>
          <a:ext xmlns:a="http://schemas.openxmlformats.org/drawingml/2006/main" cx="5905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56f418deab494c"/>
          </a:graphicData>
        </a:graphic>
      </p:graphicFrame>
    </p:spTree>
    <p:extLst>
      <p:ext uri="{BB962C8B-B14F-4D97-AF65-F5344CB8AC3E}">
        <p14:creationId xmlns:p14="http://schemas.microsoft.com/office/powerpoint/2010/main" val="875054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30323-B2F9-4C88-BEF2-7BD6502F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Результат 4. Время обучения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4D2B8-402F-4BCF-B953-4405FDAA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AA358-B8B6-4685-9CE4-26024663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CIFAR-10, одна GPU. Время выполнения шагов, без оценки и сохранения.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5305996-B531-4FBE-A0FF-67DC7069654E}"/>
              </a:ext>
            </a:extLst>
          </p:cNvPr>
          <p:cNvGraphicFramePr/>
          <p:nvPr/>
        </p:nvGraphicFramePr>
        <p:xfrm>
          <a:off xmlns:a="http://schemas.openxmlformats.org/drawingml/2006/main" x="5905500" y="2076450"/>
          <a:ext xmlns:a="http://schemas.openxmlformats.org/drawingml/2006/main" cx="565785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b19607eafb4789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CB271-50F4-46C1-9DC4-6AAD77D327A5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4905375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28825"/>
                <a:gridCol w="1438275"/>
                <a:gridCol w="1438275"/>
              </a:tblGrid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Бюджет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</a:t>
                      </a:r>
                    </a:p>
                  </a:txBody>
                  <a:tcPr marL="123825" marR="95250" marT="104775" marB="95250"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CLR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Полный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протокол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100,9 мин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12,6 мин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Первое ≥ 90%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 логах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89,4 мин</a:t>
                      </a:r>
                    </a:p>
                  </a:txBody>
                  <a:tcPr marL="123825" marR="95250" marT="104775" marB="95250"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12,1 мин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1F10D-BA67-4909-A311-6594B305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900"/>
              </a:spcAft>
              <a:buChar char="•"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Полные протоколы отличаются по времени в </a:t>
            </a: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8,0 раза</a:t>
            </a: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. Стоимость одного шага близка.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900"/>
              </a:spcAft>
              <a:buChar char="•"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Первое измерение ≥ 90%: </a:t>
            </a: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7,4 раза</a:t>
            </a: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. Точный момент между измерениями неизвестен.</a:t>
            </a:r>
          </a:p>
        </p:txBody>
      </p:sp>
    </p:spTree>
    <p:extLst>
      <p:ext uri="{BB962C8B-B14F-4D97-AF65-F5344CB8AC3E}">
        <p14:creationId xmlns:p14="http://schemas.microsoft.com/office/powerpoint/2010/main" val="19309778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45FAE-2AB3-4535-8D0A-37FD56C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Сопоставление с результатами статьи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73678-9986-4757-AB9D-F00AB269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400F0-5774-4310-9CD9-84F81CD306BE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29150"/>
                <a:gridCol w="3095625"/>
                <a:gridCol w="3248025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Сравнение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Статья</a:t>
                      </a:r>
                    </a:p>
                  </a:txBody>
                  <a:tcPr marL="123825" marR="95250" marT="104775" marB="95250"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Воспроизведение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T w="7620">
                      <a:solidFill>
                        <a:srgbClr val="CFD8E1"/>
                      </a:solidFill>
                      <a:prstDash val="solid"/>
                    </a:lnT>
                    <a:solidFill>
                      <a:srgbClr val="EFEE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CIFAR baseline, максимум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91,2%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90,63%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CIFAR CLR, финал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92,4%</a:t>
                      </a:r>
                    </a:p>
                  </a:txBody>
                  <a:tcPr marL="123825" marR="95250" marT="104775" marB="952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91,95%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5F7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MNIST baseline, финал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99,03 ± 0,04%</a:t>
                      </a:r>
                    </a:p>
                  </a:txBody>
                  <a:tcPr marL="123825" marR="95250" marT="10477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99,02 ± 0,05%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MNIST 1cycle, финал</a:t>
                      </a:r>
                    </a:p>
                  </a:txBody>
                  <a:tcPr marL="123825" marR="95250" marT="104775" marB="95250">
                    <a:lnL w="7620">
                      <a:solidFill>
                        <a:srgbClr val="CFD8E1"/>
                      </a:solidFill>
                      <a:prstDash val="solid"/>
                    </a:lnL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99,25 ± 0,03%</a:t>
                      </a:r>
                    </a:p>
                  </a:txBody>
                  <a:tcPr marL="123825" marR="95250" marT="104775" marB="95250"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99,13 ± 0,04%</a:t>
                      </a:r>
                    </a:p>
                  </a:txBody>
                  <a:tcPr marL="123825" marR="95250" marT="104775" marB="95250">
                    <a:lnR w="7620">
                      <a:solidFill>
                        <a:srgbClr val="CFD8E1"/>
                      </a:solidFill>
                      <a:prstDash val="solid"/>
                    </a:lnR>
                    <a:lnB w="7620">
                      <a:solidFill>
                        <a:srgbClr val="CFD8E1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C8E16-0FA5-49E7-9E33-4DE4DAF6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100"/>
              </a:spcAft>
              <a:buChar char="•"/>
              <a:def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Направление эффекта совпало:</a:t>
            </a:r>
            <a:r>
              <a:rPr sz="18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цикл LR достигает сопоставимого качества за меньший бюджет.</a:t>
            </a:r>
          </a:p>
        </p:txBody>
      </p:sp>
    </p:spTree>
    <p:extLst>
      <p:ext uri="{BB962C8B-B14F-4D97-AF65-F5344CB8AC3E}">
        <p14:creationId xmlns:p14="http://schemas.microsoft.com/office/powerpoint/2010/main" val="12754868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E3359-871E-4A46-9AB8-D76AB4F3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Что сохранено для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16C31-FEF1-448B-8373-7FDE84DA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A7520-FCC3-4E63-84EA-AC82791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9728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3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Конфигурации запусков: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модель, данные, seed, настройки обучения и сведения о GPU и версиях библиотек.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3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Логи обучения: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шаг, LR, momentum, train/test loss и accuracy, накопленное время обучения и оценки.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3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Исходный код и сводки: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код, с которым прошли запуски, финальные JSON и журналы результатов.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EE90B-87FD-4677-8819-38308755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Код, исходные логи, графики и отчёт находятся в каталоге hw2.</a:t>
            </a:r>
          </a:p>
        </p:txBody>
      </p:sp>
    </p:spTree>
    <p:extLst>
      <p:ext uri="{BB962C8B-B14F-4D97-AF65-F5344CB8AC3E}">
        <p14:creationId xmlns:p14="http://schemas.microsoft.com/office/powerpoint/2010/main" val="11132641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1B8D6-46A1-4670-A6D3-7E3955AA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Выводы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AFFE9-673C-4D87-90B6-F173A10D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FE005-CDAD-4701-9B44-A86E2119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5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CIFAR-10: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91,95% у CLR за 10 000 шагов против 90,54% у baseline за 80 000. Время самих шагов: 12,6 против 100,9 минуты.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5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MNIST: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99,13 ± 0,04% у 1cycle за 1407 шагов против 99,02 ± 0,05% у baseline за 10 000. Это среднее и SD по трём seed.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5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Основной эффект воспроизвёлся: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в выбранных опытах цикл LR дал сопоставимое или лучшее качество за существенно меньшее число обновлений.</a:t>
            </a:r>
          </a:p>
        </p:txBody>
      </p:sp>
    </p:spTree>
    <p:extLst>
      <p:ext uri="{BB962C8B-B14F-4D97-AF65-F5344CB8AC3E}">
        <p14:creationId xmlns:p14="http://schemas.microsoft.com/office/powerpoint/2010/main" val="11523664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2DD59-8E6C-4383-9B86-ED0B73B2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Ссылки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A05FC-7C74-4F96-9A35-B1CF760F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00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3000"/>
              </a:lnSpc>
              <a:buNone/>
              <a:def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D21BD-AF4E-487A-9A1F-0F29B75D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72800" cy="326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Smith L. N., Topin N.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Super-Convergence: Very Fast Training of Neural Networks Using Large Learning Rates. arXiv:1708.07120v3, 2018.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Статья: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arxiv.org/abs/1708.07120v3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Код авторов (Caffe):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github.com/lnsmith54/super-convergence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Код и результаты воспроизведения: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каталог hw2: конфигурации, metrics.csv и summary.json каждого запуска.</a:t>
            </a:r>
          </a:p>
          <a:p xmlns:a="http://schemas.openxmlformats.org/drawingml/2006/main">
            <a:pPr marL="457200" indent="-228600">
              <a:lnSpc>
                <a:spcPct val="123000"/>
              </a:lnSpc>
              <a:spcAft>
                <a:spcPts val="1200"/>
              </a:spcAft>
              <a:buChar char="•"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Подробный протокол и результаты:</a:t>
            </a: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отчёт report.pdf.</a:t>
            </a:r>
          </a:p>
        </p:txBody>
      </p:sp>
    </p:spTree>
    <p:extLst>
      <p:ext uri="{BB962C8B-B14F-4D97-AF65-F5344CB8AC3E}">
        <p14:creationId xmlns:p14="http://schemas.microsoft.com/office/powerpoint/2010/main" val="2105903332"/>
      </p:ext>
    </p:extLst>
  </p:cSld>
</p:sld>
</file>

<file path=ppt/theme/theme1.xml><?xml version="1.0" encoding="utf-8"?>
<a:theme xmlns:a="http://schemas.openxmlformats.org/drawingml/2006/main" name="Super-Convergence">
  <a:themeElements>
    <a:clrScheme name="Super-Convergen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Super-Converg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Slides>17</ap:Slides>
  <ap:Notes>17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Presentation</dc:title>
  <dcterms:created xsi:type="dcterms:W3CDTF">2026-10-10T22:08:05.3820000Z</dcterms:created>
  <dcterms:modified xsi:type="dcterms:W3CDTF">2026-10-10T22:08:05.3830000Z</dcterms:modified>
</coreProperties>
</file>